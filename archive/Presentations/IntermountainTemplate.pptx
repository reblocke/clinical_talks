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4"/>
  </p:notesMasterIdLst>
  <p:sldIdLst>
    <p:sldId id="257" r:id="rId5"/>
    <p:sldId id="258" r:id="rId6"/>
    <p:sldId id="300" r:id="rId7"/>
    <p:sldId id="256" r:id="rId8"/>
    <p:sldId id="307" r:id="rId9"/>
    <p:sldId id="308" r:id="rId10"/>
    <p:sldId id="259" r:id="rId11"/>
    <p:sldId id="261" r:id="rId12"/>
    <p:sldId id="260" r:id="rId13"/>
    <p:sldId id="262" r:id="rId14"/>
    <p:sldId id="263" r:id="rId15"/>
    <p:sldId id="264" r:id="rId16"/>
    <p:sldId id="267" r:id="rId17"/>
    <p:sldId id="268" r:id="rId18"/>
    <p:sldId id="269" r:id="rId19"/>
    <p:sldId id="270" r:id="rId20"/>
    <p:sldId id="304" r:id="rId21"/>
    <p:sldId id="305" r:id="rId22"/>
    <p:sldId id="306" r:id="rId23"/>
    <p:sldId id="271" r:id="rId24"/>
    <p:sldId id="272" r:id="rId25"/>
    <p:sldId id="273" r:id="rId26"/>
    <p:sldId id="301" r:id="rId27"/>
    <p:sldId id="266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3" r:id="rId47"/>
    <p:sldId id="294" r:id="rId48"/>
    <p:sldId id="295" r:id="rId49"/>
    <p:sldId id="296" r:id="rId50"/>
    <p:sldId id="297" r:id="rId51"/>
    <p:sldId id="298" r:id="rId52"/>
    <p:sldId id="299" r:id="rId5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 Options" id="{AF385C06-DEA6-6942-86F0-7FBC3008D928}">
          <p14:sldIdLst>
            <p14:sldId id="257"/>
            <p14:sldId id="258"/>
          </p14:sldIdLst>
        </p14:section>
        <p14:section name="Image and Icon Libraries" id="{E9BB7698-E610-3E4E-B11A-21AEE4E0967F}">
          <p14:sldIdLst>
            <p14:sldId id="300"/>
            <p14:sldId id="256"/>
            <p14:sldId id="307"/>
            <p14:sldId id="308"/>
          </p14:sldIdLst>
        </p14:section>
        <p14:section name="Section Slides" id="{93AC002D-7957-6348-A1CC-AC73324A3B58}">
          <p14:sldIdLst>
            <p14:sldId id="259"/>
            <p14:sldId id="261"/>
            <p14:sldId id="260"/>
            <p14:sldId id="262"/>
          </p14:sldIdLst>
        </p14:section>
        <p14:section name="Content Slide Options" id="{EA2D4AF1-907E-8A46-A912-FC8197E8A0AF}">
          <p14:sldIdLst>
            <p14:sldId id="263"/>
            <p14:sldId id="264"/>
            <p14:sldId id="267"/>
            <p14:sldId id="268"/>
            <p14:sldId id="269"/>
            <p14:sldId id="270"/>
            <p14:sldId id="304"/>
            <p14:sldId id="305"/>
            <p14:sldId id="306"/>
            <p14:sldId id="271"/>
            <p14:sldId id="272"/>
            <p14:sldId id="273"/>
            <p14:sldId id="301"/>
            <p14:sldId id="266"/>
            <p14:sldId id="274"/>
            <p14:sldId id="275"/>
            <p14:sldId id="276"/>
            <p14:sldId id="277"/>
          </p14:sldIdLst>
        </p14:section>
        <p14:section name="Graphs and Charts" id="{D284E915-595F-194D-8C78-54C3C04781C7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Process Graphics" id="{81A49CCE-5361-E442-A4FC-2FE6D21C224F}">
          <p14:sldIdLst>
            <p14:sldId id="286"/>
            <p14:sldId id="287"/>
            <p14:sldId id="288"/>
            <p14:sldId id="289"/>
            <p14:sldId id="290"/>
            <p14:sldId id="291"/>
            <p14:sldId id="293"/>
          </p14:sldIdLst>
        </p14:section>
        <p14:section name="One Image Slide Options" id="{EE8D390F-2066-1942-9E64-4C13B3A2BF5E}">
          <p14:sldIdLst>
            <p14:sldId id="294"/>
            <p14:sldId id="295"/>
          </p14:sldIdLst>
        </p14:section>
        <p14:section name="Question Slide Options" id="{CBDE666F-ED4B-E442-AA45-2BF914D29A74}">
          <p14:sldIdLst>
            <p14:sldId id="296"/>
            <p14:sldId id="297"/>
          </p14:sldIdLst>
        </p14:section>
        <p14:section name="Thank You Slide Options" id="{6DA838AC-EC15-064F-9112-D2C8FE9B7A2C}">
          <p14:sldIdLst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7D7D7"/>
    <a:srgbClr val="C9DDEA"/>
    <a:srgbClr val="2C5A7A"/>
    <a:srgbClr val="D836FE"/>
    <a:srgbClr val="F7F5F9"/>
    <a:srgbClr val="7CA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6327"/>
  </p:normalViewPr>
  <p:slideViewPr>
    <p:cSldViewPr snapToGrid="0" showGuides="1">
      <p:cViewPr varScale="1">
        <p:scale>
          <a:sx n="164" d="100"/>
          <a:sy n="164" d="100"/>
        </p:scale>
        <p:origin x="69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1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3" d="100"/>
        <a:sy n="63" d="100"/>
      </p:scale>
      <p:origin x="0" y="-32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tx1"/>
                </a:solidFill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357449432915454E-2"/>
          <c:y val="0.11672121063031381"/>
          <c:w val="0.93761120314954194"/>
          <c:h val="0.7288640146718317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AF96-40E8-86A6-B85DC8C45328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AF96-40E8-86A6-B85DC8C45328}"/>
            </c:ext>
          </c:extLst>
        </c:ser>
        <c:ser>
          <c:idx val="2"/>
          <c:order val="2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AF96-40E8-86A6-B85DC8C45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0232831"/>
        <c:axId val="270233247"/>
      </c:barChart>
      <c:catAx>
        <c:axId val="270232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233247"/>
        <c:crosses val="autoZero"/>
        <c:auto val="1"/>
        <c:lblAlgn val="ctr"/>
        <c:lblOffset val="100"/>
        <c:noMultiLvlLbl val="0"/>
      </c:catAx>
      <c:valAx>
        <c:axId val="27023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7D7D7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232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458650615068765"/>
          <c:y val="0.94026454859326347"/>
          <c:w val="0.28428031382178326"/>
          <c:h val="5.56833406239421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tx1"/>
                </a:solidFill>
              </a:rPr>
              <a:t>Lorem</a:t>
            </a:r>
          </a:p>
        </c:rich>
      </c:tx>
      <c:layout>
        <c:manualLayout>
          <c:xMode val="edge"/>
          <c:yMode val="edge"/>
          <c:x val="0.29947177028538213"/>
          <c:y val="3.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523573432638069E-2"/>
          <c:y val="0.15656249999999999"/>
          <c:w val="0.56704736181283955"/>
          <c:h val="0.71144881889763789"/>
        </c:manualLayout>
      </c:layout>
      <c:doughnutChart>
        <c:varyColors val="1"/>
        <c:ser>
          <c:idx val="0"/>
          <c:order val="0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0E-4496-8CE8-33A97700526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B0E-4496-8CE8-33A97700526A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0E-4496-8CE8-33A97700526A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B0E-4496-8CE8-33A97700526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B0E-4496-8CE8-33A9770052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Sheet1!$B$2:$B$5</c:f>
              <c:numCache>
                <c:formatCode>0%</c:formatCode>
                <c:ptCount val="4"/>
                <c:pt idx="0">
                  <c:v>0.57999999999999996</c:v>
                </c:pt>
                <c:pt idx="1">
                  <c:v>0.23</c:v>
                </c:pt>
                <c:pt idx="2">
                  <c:v>0.1</c:v>
                </c:pt>
                <c:pt idx="3">
                  <c:v>0.09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Series 1</c:v>
                      </c:pt>
                      <c:pt idx="1">
                        <c:v>Series 2</c:v>
                      </c:pt>
                      <c:pt idx="2">
                        <c:v>Series 3</c:v>
                      </c:pt>
                      <c:pt idx="3">
                        <c:v>Series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8B0E-4496-8CE8-33A9770052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385629657115476"/>
          <c:y val="0.38461638779527557"/>
          <c:w val="0.24893124384428225"/>
          <c:h val="0.221704724409448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tx1"/>
                </a:solidFill>
              </a:rPr>
              <a:t>Lorem</a:t>
            </a:r>
          </a:p>
        </c:rich>
      </c:tx>
      <c:layout>
        <c:manualLayout>
          <c:xMode val="edge"/>
          <c:yMode val="edge"/>
          <c:x val="0.29947177028538213"/>
          <c:y val="3.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523573432638069E-2"/>
          <c:y val="0.15656249999999999"/>
          <c:w val="0.56704736181283955"/>
          <c:h val="0.71144881889763789"/>
        </c:manualLayout>
      </c:layout>
      <c:doughnutChart>
        <c:varyColors val="1"/>
        <c:ser>
          <c:idx val="0"/>
          <c:order val="0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6C-46C0-8D9D-7E0F674BED7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6C-46C0-8D9D-7E0F674BED7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6C-46C0-8D9D-7E0F674BED7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6C-46C0-8D9D-7E0F674BED7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E64-4CF6-AA5B-E10FD4A7C3E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36C-46C0-8D9D-7E0F674BED7C}"/>
              </c:ext>
            </c:extLst>
          </c:dPt>
          <c:dPt>
            <c:idx val="6"/>
            <c:bubble3D val="0"/>
            <c:spPr>
              <a:solidFill>
                <a:srgbClr val="2C5A7A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336C-46C0-8D9D-7E0F674BED7C}"/>
              </c:ext>
            </c:extLst>
          </c:dPt>
          <c:dPt>
            <c:idx val="7"/>
            <c:bubble3D val="0"/>
            <c:spPr>
              <a:solidFill>
                <a:srgbClr val="C9DDEA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36C-46C0-8D9D-7E0F674BED7C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fld id="{FBE4B0D8-7887-4E33-A84C-F09831AEBDD9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36C-46C0-8D9D-7E0F674BED7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79C9C96-B567-4769-958E-8DE1E7A1EA4A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DE64-4CF6-AA5B-E10FD4A7C3E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72449321-FE55-4E03-9261-97BF73B61748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336C-46C0-8D9D-7E0F674BED7C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336C-46C0-8D9D-7E0F674BED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Sheet1!$B$2:$B$9</c:f>
              <c:numCache>
                <c:formatCode>0%</c:formatCode>
                <c:ptCount val="8"/>
                <c:pt idx="0">
                  <c:v>0.36</c:v>
                </c:pt>
                <c:pt idx="1">
                  <c:v>0.19</c:v>
                </c:pt>
                <c:pt idx="2">
                  <c:v>0.12</c:v>
                </c:pt>
                <c:pt idx="3">
                  <c:v>0.1</c:v>
                </c:pt>
                <c:pt idx="4">
                  <c:v>0.09</c:v>
                </c:pt>
                <c:pt idx="5">
                  <c:v>7.0000000000000007E-2</c:v>
                </c:pt>
                <c:pt idx="6">
                  <c:v>0.05</c:v>
                </c:pt>
                <c:pt idx="7">
                  <c:v>0.02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Sheet1!$A$2:$A$9</c15:sqref>
                        </c15:formulaRef>
                      </c:ext>
                    </c:extLst>
                    <c:strCache>
                      <c:ptCount val="8"/>
                      <c:pt idx="0">
                        <c:v>Series 1</c:v>
                      </c:pt>
                      <c:pt idx="1">
                        <c:v>Series 2</c:v>
                      </c:pt>
                      <c:pt idx="2">
                        <c:v>Series 3</c:v>
                      </c:pt>
                      <c:pt idx="3">
                        <c:v>Series 4</c:v>
                      </c:pt>
                      <c:pt idx="4">
                        <c:v>Series 5</c:v>
                      </c:pt>
                      <c:pt idx="5">
                        <c:v>Series 6</c:v>
                      </c:pt>
                      <c:pt idx="6">
                        <c:v>Series 7</c:v>
                      </c:pt>
                      <c:pt idx="7">
                        <c:v>Series 8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8-336C-46C0-8D9D-7E0F674BE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385629657115476"/>
          <c:y val="0.29086638779527557"/>
          <c:w val="0.24893124384428225"/>
          <c:h val="0.418579724409448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D7EE15-280A-443B-B3B3-D7FA4D023EA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6A603309-4217-42A1-A274-8CDE7E7FC982}">
      <dgm:prSet phldrT="[Text]" custT="1"/>
      <dgm:spPr>
        <a:solidFill>
          <a:schemeClr val="accent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Level 3</a:t>
          </a:r>
        </a:p>
      </dgm:t>
    </dgm:pt>
    <dgm:pt modelId="{56DC8A8E-979E-4239-809B-36FAE2E896F3}" type="parTrans" cxnId="{30717235-F610-4BD3-A492-896023D09734}">
      <dgm:prSet/>
      <dgm:spPr/>
      <dgm:t>
        <a:bodyPr/>
        <a:lstStyle/>
        <a:p>
          <a:endParaRPr lang="en-US" sz="400">
            <a:solidFill>
              <a:schemeClr val="bg1"/>
            </a:solidFill>
          </a:endParaRPr>
        </a:p>
      </dgm:t>
    </dgm:pt>
    <dgm:pt modelId="{D304750D-99D1-46AC-987A-A761468CEA40}" type="sibTrans" cxnId="{30717235-F610-4BD3-A492-896023D09734}">
      <dgm:prSet/>
      <dgm:spPr/>
      <dgm:t>
        <a:bodyPr/>
        <a:lstStyle/>
        <a:p>
          <a:endParaRPr lang="en-US" sz="400">
            <a:solidFill>
              <a:schemeClr val="bg1"/>
            </a:solidFill>
          </a:endParaRPr>
        </a:p>
      </dgm:t>
    </dgm:pt>
    <dgm:pt modelId="{B8E0C0AC-E76A-4535-AC7C-73257D0DE166}">
      <dgm:prSet phldrT="[Text]" custT="1"/>
      <dgm:spPr>
        <a:solidFill>
          <a:schemeClr val="accent2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Level 2</a:t>
          </a:r>
        </a:p>
      </dgm:t>
    </dgm:pt>
    <dgm:pt modelId="{A5411BC7-01AA-4182-8E74-96193A7B863F}" type="parTrans" cxnId="{FFC095B9-EB89-4BB1-B87B-15ACA9C81413}">
      <dgm:prSet/>
      <dgm:spPr/>
      <dgm:t>
        <a:bodyPr/>
        <a:lstStyle/>
        <a:p>
          <a:endParaRPr lang="en-US" sz="400">
            <a:solidFill>
              <a:schemeClr val="bg1"/>
            </a:solidFill>
          </a:endParaRPr>
        </a:p>
      </dgm:t>
    </dgm:pt>
    <dgm:pt modelId="{29CFD7ED-66A3-4331-9EAD-DE2B9825CD08}" type="sibTrans" cxnId="{FFC095B9-EB89-4BB1-B87B-15ACA9C81413}">
      <dgm:prSet/>
      <dgm:spPr/>
      <dgm:t>
        <a:bodyPr/>
        <a:lstStyle/>
        <a:p>
          <a:endParaRPr lang="en-US" sz="400">
            <a:solidFill>
              <a:schemeClr val="bg1"/>
            </a:solidFill>
          </a:endParaRPr>
        </a:p>
      </dgm:t>
    </dgm:pt>
    <dgm:pt modelId="{0B9C7557-2EE7-422C-8F58-B187AD659610}">
      <dgm:prSet phldrT="[Text]" custT="1"/>
      <dgm:spPr>
        <a:solidFill>
          <a:schemeClr val="accent4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Level 1</a:t>
          </a:r>
        </a:p>
      </dgm:t>
    </dgm:pt>
    <dgm:pt modelId="{9DC3AC81-6B49-4C31-8C21-3E99648FFC0D}" type="parTrans" cxnId="{FCB5F0A2-8634-4747-A41C-8E8416B918F3}">
      <dgm:prSet/>
      <dgm:spPr/>
      <dgm:t>
        <a:bodyPr/>
        <a:lstStyle/>
        <a:p>
          <a:endParaRPr lang="en-US" sz="400">
            <a:solidFill>
              <a:schemeClr val="bg1"/>
            </a:solidFill>
          </a:endParaRPr>
        </a:p>
      </dgm:t>
    </dgm:pt>
    <dgm:pt modelId="{BBCA0731-0930-4D31-B70C-09444FD5E636}" type="sibTrans" cxnId="{FCB5F0A2-8634-4747-A41C-8E8416B918F3}">
      <dgm:prSet/>
      <dgm:spPr/>
      <dgm:t>
        <a:bodyPr/>
        <a:lstStyle/>
        <a:p>
          <a:endParaRPr lang="en-US" sz="400">
            <a:solidFill>
              <a:schemeClr val="bg1"/>
            </a:solidFill>
          </a:endParaRPr>
        </a:p>
      </dgm:t>
    </dgm:pt>
    <dgm:pt modelId="{FEF0B56C-0A35-4DA2-B649-36DE4B8DEE04}" type="pres">
      <dgm:prSet presAssocID="{93D7EE15-280A-443B-B3B3-D7FA4D023EA7}" presName="Name0" presStyleCnt="0">
        <dgm:presLayoutVars>
          <dgm:dir/>
          <dgm:animLvl val="lvl"/>
          <dgm:resizeHandles val="exact"/>
        </dgm:presLayoutVars>
      </dgm:prSet>
      <dgm:spPr/>
    </dgm:pt>
    <dgm:pt modelId="{398F35D5-F356-49F3-85A6-08867C78FC44}" type="pres">
      <dgm:prSet presAssocID="{6A603309-4217-42A1-A274-8CDE7E7FC982}" presName="Name8" presStyleCnt="0"/>
      <dgm:spPr/>
    </dgm:pt>
    <dgm:pt modelId="{14E80C24-B72F-4EE5-A602-223D633B319B}" type="pres">
      <dgm:prSet presAssocID="{6A603309-4217-42A1-A274-8CDE7E7FC982}" presName="level" presStyleLbl="node1" presStyleIdx="0" presStyleCnt="3">
        <dgm:presLayoutVars>
          <dgm:chMax val="1"/>
          <dgm:bulletEnabled val="1"/>
        </dgm:presLayoutVars>
      </dgm:prSet>
      <dgm:spPr/>
    </dgm:pt>
    <dgm:pt modelId="{1EBC8CA5-1290-406A-9986-5ED5C4BB218C}" type="pres">
      <dgm:prSet presAssocID="{6A603309-4217-42A1-A274-8CDE7E7FC98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E8E8351-6997-40AC-8B62-51D011323769}" type="pres">
      <dgm:prSet presAssocID="{B8E0C0AC-E76A-4535-AC7C-73257D0DE166}" presName="Name8" presStyleCnt="0"/>
      <dgm:spPr/>
    </dgm:pt>
    <dgm:pt modelId="{F1CEC9D0-759C-4F91-827A-0F68D39C9CEE}" type="pres">
      <dgm:prSet presAssocID="{B8E0C0AC-E76A-4535-AC7C-73257D0DE166}" presName="level" presStyleLbl="node1" presStyleIdx="1" presStyleCnt="3">
        <dgm:presLayoutVars>
          <dgm:chMax val="1"/>
          <dgm:bulletEnabled val="1"/>
        </dgm:presLayoutVars>
      </dgm:prSet>
      <dgm:spPr/>
    </dgm:pt>
    <dgm:pt modelId="{4611D215-82C4-464B-B33E-914E700E5674}" type="pres">
      <dgm:prSet presAssocID="{B8E0C0AC-E76A-4535-AC7C-73257D0DE16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8CC644B-A33A-4271-A173-3FC9CB7BB276}" type="pres">
      <dgm:prSet presAssocID="{0B9C7557-2EE7-422C-8F58-B187AD659610}" presName="Name8" presStyleCnt="0"/>
      <dgm:spPr/>
    </dgm:pt>
    <dgm:pt modelId="{838B4343-BC6A-46F9-B727-662CF6032F37}" type="pres">
      <dgm:prSet presAssocID="{0B9C7557-2EE7-422C-8F58-B187AD659610}" presName="level" presStyleLbl="node1" presStyleIdx="2" presStyleCnt="3">
        <dgm:presLayoutVars>
          <dgm:chMax val="1"/>
          <dgm:bulletEnabled val="1"/>
        </dgm:presLayoutVars>
      </dgm:prSet>
      <dgm:spPr/>
    </dgm:pt>
    <dgm:pt modelId="{76F3EA17-44BB-4EB9-8FDE-313B2F76A38A}" type="pres">
      <dgm:prSet presAssocID="{0B9C7557-2EE7-422C-8F58-B187AD65961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03F070E-1F65-4C15-B5C4-B6E834FADFE3}" type="presOf" srcId="{93D7EE15-280A-443B-B3B3-D7FA4D023EA7}" destId="{FEF0B56C-0A35-4DA2-B649-36DE4B8DEE04}" srcOrd="0" destOrd="0" presId="urn:microsoft.com/office/officeart/2005/8/layout/pyramid1"/>
    <dgm:cxn modelId="{F815951A-D76E-4379-9223-7CCD09130B98}" type="presOf" srcId="{6A603309-4217-42A1-A274-8CDE7E7FC982}" destId="{1EBC8CA5-1290-406A-9986-5ED5C4BB218C}" srcOrd="1" destOrd="0" presId="urn:microsoft.com/office/officeart/2005/8/layout/pyramid1"/>
    <dgm:cxn modelId="{30717235-F610-4BD3-A492-896023D09734}" srcId="{93D7EE15-280A-443B-B3B3-D7FA4D023EA7}" destId="{6A603309-4217-42A1-A274-8CDE7E7FC982}" srcOrd="0" destOrd="0" parTransId="{56DC8A8E-979E-4239-809B-36FAE2E896F3}" sibTransId="{D304750D-99D1-46AC-987A-A761468CEA40}"/>
    <dgm:cxn modelId="{4AC5E355-CEF4-4E82-B637-E4C0DD607626}" type="presOf" srcId="{0B9C7557-2EE7-422C-8F58-B187AD659610}" destId="{76F3EA17-44BB-4EB9-8FDE-313B2F76A38A}" srcOrd="1" destOrd="0" presId="urn:microsoft.com/office/officeart/2005/8/layout/pyramid1"/>
    <dgm:cxn modelId="{1B35CF81-850A-4ED7-ACBF-58ED0DBE6B8B}" type="presOf" srcId="{0B9C7557-2EE7-422C-8F58-B187AD659610}" destId="{838B4343-BC6A-46F9-B727-662CF6032F37}" srcOrd="0" destOrd="0" presId="urn:microsoft.com/office/officeart/2005/8/layout/pyramid1"/>
    <dgm:cxn modelId="{4AE8099F-0AB5-477A-9BA6-6903E5FFF1B4}" type="presOf" srcId="{B8E0C0AC-E76A-4535-AC7C-73257D0DE166}" destId="{4611D215-82C4-464B-B33E-914E700E5674}" srcOrd="1" destOrd="0" presId="urn:microsoft.com/office/officeart/2005/8/layout/pyramid1"/>
    <dgm:cxn modelId="{FCB5F0A2-8634-4747-A41C-8E8416B918F3}" srcId="{93D7EE15-280A-443B-B3B3-D7FA4D023EA7}" destId="{0B9C7557-2EE7-422C-8F58-B187AD659610}" srcOrd="2" destOrd="0" parTransId="{9DC3AC81-6B49-4C31-8C21-3E99648FFC0D}" sibTransId="{BBCA0731-0930-4D31-B70C-09444FD5E636}"/>
    <dgm:cxn modelId="{CB029BAB-68A1-4242-8A63-39176D72112D}" type="presOf" srcId="{6A603309-4217-42A1-A274-8CDE7E7FC982}" destId="{14E80C24-B72F-4EE5-A602-223D633B319B}" srcOrd="0" destOrd="0" presId="urn:microsoft.com/office/officeart/2005/8/layout/pyramid1"/>
    <dgm:cxn modelId="{FFC095B9-EB89-4BB1-B87B-15ACA9C81413}" srcId="{93D7EE15-280A-443B-B3B3-D7FA4D023EA7}" destId="{B8E0C0AC-E76A-4535-AC7C-73257D0DE166}" srcOrd="1" destOrd="0" parTransId="{A5411BC7-01AA-4182-8E74-96193A7B863F}" sibTransId="{29CFD7ED-66A3-4331-9EAD-DE2B9825CD08}"/>
    <dgm:cxn modelId="{063EA8EC-2906-4E0E-ADB9-5F22A3A61CA5}" type="presOf" srcId="{B8E0C0AC-E76A-4535-AC7C-73257D0DE166}" destId="{F1CEC9D0-759C-4F91-827A-0F68D39C9CEE}" srcOrd="0" destOrd="0" presId="urn:microsoft.com/office/officeart/2005/8/layout/pyramid1"/>
    <dgm:cxn modelId="{18439165-2915-4B69-BBB0-0A498F3204B9}" type="presParOf" srcId="{FEF0B56C-0A35-4DA2-B649-36DE4B8DEE04}" destId="{398F35D5-F356-49F3-85A6-08867C78FC44}" srcOrd="0" destOrd="0" presId="urn:microsoft.com/office/officeart/2005/8/layout/pyramid1"/>
    <dgm:cxn modelId="{E5CF84E0-603D-4111-A8AA-B5BFAED82E01}" type="presParOf" srcId="{398F35D5-F356-49F3-85A6-08867C78FC44}" destId="{14E80C24-B72F-4EE5-A602-223D633B319B}" srcOrd="0" destOrd="0" presId="urn:microsoft.com/office/officeart/2005/8/layout/pyramid1"/>
    <dgm:cxn modelId="{8D9FA1A7-6472-4019-8465-8EBD86808D84}" type="presParOf" srcId="{398F35D5-F356-49F3-85A6-08867C78FC44}" destId="{1EBC8CA5-1290-406A-9986-5ED5C4BB218C}" srcOrd="1" destOrd="0" presId="urn:microsoft.com/office/officeart/2005/8/layout/pyramid1"/>
    <dgm:cxn modelId="{F8454445-08DC-437B-9D2A-51EDCBF1E3BE}" type="presParOf" srcId="{FEF0B56C-0A35-4DA2-B649-36DE4B8DEE04}" destId="{4E8E8351-6997-40AC-8B62-51D011323769}" srcOrd="1" destOrd="0" presId="urn:microsoft.com/office/officeart/2005/8/layout/pyramid1"/>
    <dgm:cxn modelId="{087BF507-6B8B-4948-B429-EDEFA7952DB5}" type="presParOf" srcId="{4E8E8351-6997-40AC-8B62-51D011323769}" destId="{F1CEC9D0-759C-4F91-827A-0F68D39C9CEE}" srcOrd="0" destOrd="0" presId="urn:microsoft.com/office/officeart/2005/8/layout/pyramid1"/>
    <dgm:cxn modelId="{7F9141BA-EE84-4564-8D4F-6025DED6A392}" type="presParOf" srcId="{4E8E8351-6997-40AC-8B62-51D011323769}" destId="{4611D215-82C4-464B-B33E-914E700E5674}" srcOrd="1" destOrd="0" presId="urn:microsoft.com/office/officeart/2005/8/layout/pyramid1"/>
    <dgm:cxn modelId="{304CEC5C-5C24-428B-9898-B9D75090B150}" type="presParOf" srcId="{FEF0B56C-0A35-4DA2-B649-36DE4B8DEE04}" destId="{98CC644B-A33A-4271-A173-3FC9CB7BB276}" srcOrd="2" destOrd="0" presId="urn:microsoft.com/office/officeart/2005/8/layout/pyramid1"/>
    <dgm:cxn modelId="{6FEF8089-3510-443A-81C1-7B7390C95E36}" type="presParOf" srcId="{98CC644B-A33A-4271-A173-3FC9CB7BB276}" destId="{838B4343-BC6A-46F9-B727-662CF6032F37}" srcOrd="0" destOrd="0" presId="urn:microsoft.com/office/officeart/2005/8/layout/pyramid1"/>
    <dgm:cxn modelId="{7EB132C4-817B-4233-B876-E14EBE123666}" type="presParOf" srcId="{98CC644B-A33A-4271-A173-3FC9CB7BB276}" destId="{76F3EA17-44BB-4EB9-8FDE-313B2F76A38A}" srcOrd="1" destOrd="0" presId="urn:microsoft.com/office/officeart/2005/8/layout/pyramid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80C24-B72F-4EE5-A602-223D633B319B}">
      <dsp:nvSpPr>
        <dsp:cNvPr id="0" name=""/>
        <dsp:cNvSpPr/>
      </dsp:nvSpPr>
      <dsp:spPr>
        <a:xfrm>
          <a:off x="1619593" y="0"/>
          <a:ext cx="1619593" cy="1067412"/>
        </a:xfrm>
        <a:prstGeom prst="trapezoid">
          <a:avLst>
            <a:gd name="adj" fmla="val 75865"/>
          </a:avLst>
        </a:prstGeom>
        <a:solidFill>
          <a:schemeClr val="accen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Level 3</a:t>
          </a:r>
        </a:p>
      </dsp:txBody>
      <dsp:txXfrm>
        <a:off x="1619593" y="0"/>
        <a:ext cx="1619593" cy="1067412"/>
      </dsp:txXfrm>
    </dsp:sp>
    <dsp:sp modelId="{F1CEC9D0-759C-4F91-827A-0F68D39C9CEE}">
      <dsp:nvSpPr>
        <dsp:cNvPr id="0" name=""/>
        <dsp:cNvSpPr/>
      </dsp:nvSpPr>
      <dsp:spPr>
        <a:xfrm>
          <a:off x="809796" y="1067412"/>
          <a:ext cx="3239187" cy="1067412"/>
        </a:xfrm>
        <a:prstGeom prst="trapezoid">
          <a:avLst>
            <a:gd name="adj" fmla="val 75865"/>
          </a:avLst>
        </a:prstGeom>
        <a:solidFill>
          <a:schemeClr val="accent2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Level 2</a:t>
          </a:r>
        </a:p>
      </dsp:txBody>
      <dsp:txXfrm>
        <a:off x="1376654" y="1067412"/>
        <a:ext cx="2105471" cy="1067412"/>
      </dsp:txXfrm>
    </dsp:sp>
    <dsp:sp modelId="{838B4343-BC6A-46F9-B727-662CF6032F37}">
      <dsp:nvSpPr>
        <dsp:cNvPr id="0" name=""/>
        <dsp:cNvSpPr/>
      </dsp:nvSpPr>
      <dsp:spPr>
        <a:xfrm>
          <a:off x="0" y="2134825"/>
          <a:ext cx="4858780" cy="1067412"/>
        </a:xfrm>
        <a:prstGeom prst="trapezoid">
          <a:avLst>
            <a:gd name="adj" fmla="val 75865"/>
          </a:avLst>
        </a:prstGeom>
        <a:solidFill>
          <a:schemeClr val="accent4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Level 1</a:t>
          </a:r>
        </a:p>
      </dsp:txBody>
      <dsp:txXfrm>
        <a:off x="850286" y="2134825"/>
        <a:ext cx="3158207" cy="1067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21B76-8DF5-4F4B-A711-30453340E64C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E4D11-23B8-436F-BAA3-0BFF86D7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66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75B63-E455-DF4E-8936-F731D9E533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7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4D11-23B8-436F-BAA3-0BFF86D710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3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4D11-23B8-436F-BAA3-0BFF86D710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6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4D11-23B8-436F-BAA3-0BFF86D710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67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2BCBE01D-1C31-D3F1-6609-D20C5E298A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0212" y="1491239"/>
            <a:ext cx="4011159" cy="1241823"/>
          </a:xfrm>
        </p:spPr>
        <p:txBody>
          <a:bodyPr anchor="b"/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212" y="2978009"/>
            <a:ext cx="3423941" cy="148286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A6AEB-F8B9-4BD3-AEB8-1A520AB41D95}" type="datetime1">
              <a:rPr lang="en-US" smtClean="0"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" y="4623512"/>
            <a:ext cx="3086100" cy="107722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property of Intermountain Health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8443C5-19FC-007A-12E9-1ED63D98B4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005" y="412266"/>
            <a:ext cx="2039112" cy="6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0212" y="1491239"/>
            <a:ext cx="4080828" cy="1241823"/>
          </a:xfrm>
        </p:spPr>
        <p:txBody>
          <a:bodyPr anchor="b"/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212" y="2978009"/>
            <a:ext cx="3423941" cy="148286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3D740-8A01-4814-8EC4-F2E6661F4CD4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" y="4623512"/>
            <a:ext cx="3086100" cy="10772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F53AF4F-663D-3E6B-9C33-500A3D70C1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05" y="412266"/>
            <a:ext cx="2039113" cy="62563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AC73912-DC9A-CB1C-D67F-4EE2696EF7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105" t="1827" r="16730" b="69430"/>
          <a:stretch/>
        </p:blipFill>
        <p:spPr>
          <a:xfrm>
            <a:off x="3370261" y="75495"/>
            <a:ext cx="6203951" cy="528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89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734829"/>
            <a:ext cx="4323816" cy="2139553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323816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4345-573A-43F0-A947-A48F0E714851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ED7110D-138E-3CDC-8106-B5F251915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10" y="4718203"/>
            <a:ext cx="697704" cy="2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4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2FF3B86D-973A-F618-874C-50EE7110F1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734829"/>
            <a:ext cx="4323816" cy="2139553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323816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B6410-B8E0-4FE7-9EB2-22E5948C56E7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2189DC-0883-0CC2-A0C3-5344E0B34E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213" y="4719032"/>
            <a:ext cx="700471" cy="2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FFA3D40-8460-D40A-1ED2-D62418FA82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  <a:solidFill>
            <a:schemeClr val="bg2">
              <a:lumMod val="85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734829"/>
            <a:ext cx="4007621" cy="2639453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007621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81D4-78CE-4C3D-9737-38DD4585C01B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18491D-3B7D-542A-AA4F-E6939EFAD4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5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FFA3D40-8460-D40A-1ED2-D62418FA82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  <a:solidFill>
            <a:schemeClr val="bg2">
              <a:lumMod val="85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734829"/>
            <a:ext cx="4007621" cy="2639453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4007621" cy="77042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6FF1-5523-4D1B-AF1C-9E8EDDDEA789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A6F2383-17BC-A004-EFAE-C0D4D3B3D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10" y="4718203"/>
            <a:ext cx="697704" cy="2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6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8A0DC5A-776F-072B-C883-8B431B16321C}"/>
              </a:ext>
            </a:extLst>
          </p:cNvPr>
          <p:cNvGrpSpPr/>
          <p:nvPr userDrawn="1"/>
        </p:nvGrpSpPr>
        <p:grpSpPr>
          <a:xfrm>
            <a:off x="0" y="1270"/>
            <a:ext cx="8694331" cy="5142230"/>
            <a:chOff x="-1" y="1270"/>
            <a:chExt cx="8694331" cy="5142230"/>
          </a:xfrm>
          <a:solidFill>
            <a:schemeClr val="accent2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3A4AA53-6524-6AD9-1892-E4F656866112}"/>
                </a:ext>
              </a:extLst>
            </p:cNvPr>
            <p:cNvSpPr/>
            <p:nvPr/>
          </p:nvSpPr>
          <p:spPr>
            <a:xfrm>
              <a:off x="0" y="931655"/>
              <a:ext cx="6292067" cy="4211844"/>
            </a:xfrm>
            <a:custGeom>
              <a:avLst/>
              <a:gdLst>
                <a:gd name="connsiteX0" fmla="*/ 6276417 w 6292067"/>
                <a:gd name="connsiteY0" fmla="*/ 4192266 h 4211844"/>
                <a:gd name="connsiteX1" fmla="*/ 6276315 w 6292067"/>
                <a:gd name="connsiteY1" fmla="*/ 4211845 h 4211844"/>
                <a:gd name="connsiteX2" fmla="*/ 6291966 w 6292067"/>
                <a:gd name="connsiteY2" fmla="*/ 4211845 h 4211844"/>
                <a:gd name="connsiteX3" fmla="*/ 6292068 w 6292067"/>
                <a:gd name="connsiteY3" fmla="*/ 4192952 h 4211844"/>
                <a:gd name="connsiteX4" fmla="*/ 2106305 w 6292067"/>
                <a:gd name="connsiteY4" fmla="*/ 0 h 4211844"/>
                <a:gd name="connsiteX5" fmla="*/ 0 w 6292067"/>
                <a:gd name="connsiteY5" fmla="*/ 572342 h 4211844"/>
                <a:gd name="connsiteX6" fmla="*/ 0 w 6292067"/>
                <a:gd name="connsiteY6" fmla="*/ 589980 h 4211844"/>
                <a:gd name="connsiteX7" fmla="*/ 2105792 w 6292067"/>
                <a:gd name="connsiteY7" fmla="*/ 15160 h 4211844"/>
                <a:gd name="connsiteX8" fmla="*/ 6276417 w 6292067"/>
                <a:gd name="connsiteY8" fmla="*/ 4192266 h 421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92067" h="4211844">
                  <a:moveTo>
                    <a:pt x="6276417" y="4192266"/>
                  </a:moveTo>
                  <a:cubicBezTo>
                    <a:pt x="6276417" y="4198792"/>
                    <a:pt x="6276366" y="4205319"/>
                    <a:pt x="6276315" y="4211845"/>
                  </a:cubicBezTo>
                  <a:lnTo>
                    <a:pt x="6291966" y="4211845"/>
                  </a:lnTo>
                  <a:cubicBezTo>
                    <a:pt x="6291991" y="4205547"/>
                    <a:pt x="6292068" y="4199249"/>
                    <a:pt x="6292068" y="4192952"/>
                  </a:cubicBezTo>
                  <a:cubicBezTo>
                    <a:pt x="6292068" y="1984713"/>
                    <a:pt x="4534131" y="0"/>
                    <a:pt x="2106305" y="0"/>
                  </a:cubicBezTo>
                  <a:cubicBezTo>
                    <a:pt x="1349899" y="0"/>
                    <a:pt x="626232" y="206007"/>
                    <a:pt x="0" y="572342"/>
                  </a:cubicBezTo>
                  <a:lnTo>
                    <a:pt x="0" y="589980"/>
                  </a:lnTo>
                  <a:cubicBezTo>
                    <a:pt x="625228" y="222309"/>
                    <a:pt x="1348723" y="15160"/>
                    <a:pt x="2105792" y="15160"/>
                  </a:cubicBezTo>
                  <a:cubicBezTo>
                    <a:pt x="4521199" y="15160"/>
                    <a:pt x="6276417" y="1985779"/>
                    <a:pt x="6276417" y="4192266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E7D19C41-8920-D6E2-1E5A-C63A93F1FCDE}"/>
                </a:ext>
              </a:extLst>
            </p:cNvPr>
            <p:cNvSpPr/>
            <p:nvPr/>
          </p:nvSpPr>
          <p:spPr>
            <a:xfrm>
              <a:off x="-1" y="1270"/>
              <a:ext cx="1952927" cy="970771"/>
            </a:xfrm>
            <a:custGeom>
              <a:avLst/>
              <a:gdLst>
                <a:gd name="connsiteX0" fmla="*/ 0 w 1952927"/>
                <a:gd name="connsiteY0" fmla="*/ 952971 h 970771"/>
                <a:gd name="connsiteX1" fmla="*/ 0 w 1952927"/>
                <a:gd name="connsiteY1" fmla="*/ 970772 h 970771"/>
                <a:gd name="connsiteX2" fmla="*/ 1952927 w 1952927"/>
                <a:gd name="connsiteY2" fmla="*/ 0 h 970771"/>
                <a:gd name="connsiteX3" fmla="*/ 1901126 w 1952927"/>
                <a:gd name="connsiteY3" fmla="*/ 0 h 970771"/>
                <a:gd name="connsiteX4" fmla="*/ 0 w 1952927"/>
                <a:gd name="connsiteY4" fmla="*/ 952971 h 97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927" h="970771">
                  <a:moveTo>
                    <a:pt x="0" y="952971"/>
                  </a:moveTo>
                  <a:lnTo>
                    <a:pt x="0" y="970772"/>
                  </a:lnTo>
                  <a:cubicBezTo>
                    <a:pt x="562340" y="528319"/>
                    <a:pt x="1221325" y="190675"/>
                    <a:pt x="1952927" y="0"/>
                  </a:cubicBezTo>
                  <a:lnTo>
                    <a:pt x="1901126" y="0"/>
                  </a:lnTo>
                  <a:cubicBezTo>
                    <a:pt x="1195851" y="190913"/>
                    <a:pt x="553181" y="520772"/>
                    <a:pt x="0" y="952971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204EEEB-CEF2-F532-4466-A68F64DFE8DF}"/>
                </a:ext>
              </a:extLst>
            </p:cNvPr>
            <p:cNvSpPr/>
            <p:nvPr/>
          </p:nvSpPr>
          <p:spPr>
            <a:xfrm>
              <a:off x="4685957" y="1270"/>
              <a:ext cx="4008373" cy="5142230"/>
            </a:xfrm>
            <a:custGeom>
              <a:avLst/>
              <a:gdLst>
                <a:gd name="connsiteX0" fmla="*/ 4002352 w 4008373"/>
                <a:gd name="connsiteY0" fmla="*/ 5142230 h 5142230"/>
                <a:gd name="connsiteX1" fmla="*/ 4008374 w 4008373"/>
                <a:gd name="connsiteY1" fmla="*/ 5142230 h 5142230"/>
                <a:gd name="connsiteX2" fmla="*/ 34578 w 4008373"/>
                <a:gd name="connsiteY2" fmla="*/ 0 h 5142230"/>
                <a:gd name="connsiteX3" fmla="*/ 0 w 4008373"/>
                <a:gd name="connsiteY3" fmla="*/ 0 h 5142230"/>
                <a:gd name="connsiteX4" fmla="*/ 4002352 w 4008373"/>
                <a:gd name="connsiteY4" fmla="*/ 5142230 h 514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8373" h="5142230">
                  <a:moveTo>
                    <a:pt x="4002352" y="5142230"/>
                  </a:moveTo>
                  <a:lnTo>
                    <a:pt x="4008374" y="5142230"/>
                  </a:lnTo>
                  <a:cubicBezTo>
                    <a:pt x="3984974" y="2680892"/>
                    <a:pt x="2308134" y="614734"/>
                    <a:pt x="34578" y="0"/>
                  </a:cubicBezTo>
                  <a:lnTo>
                    <a:pt x="0" y="0"/>
                  </a:lnTo>
                  <a:cubicBezTo>
                    <a:pt x="2308491" y="613127"/>
                    <a:pt x="3982535" y="2753417"/>
                    <a:pt x="4002352" y="5142230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3B8147E-1700-2E30-D31C-5C4EA74DD6C5}"/>
                </a:ext>
              </a:extLst>
            </p:cNvPr>
            <p:cNvSpPr/>
            <p:nvPr/>
          </p:nvSpPr>
          <p:spPr>
            <a:xfrm>
              <a:off x="177276" y="3197883"/>
              <a:ext cx="4020651" cy="1945616"/>
            </a:xfrm>
            <a:custGeom>
              <a:avLst/>
              <a:gdLst>
                <a:gd name="connsiteX0" fmla="*/ 2009768 w 4020651"/>
                <a:gd name="connsiteY0" fmla="*/ 17623 h 1945616"/>
                <a:gd name="connsiteX1" fmla="*/ 3993569 w 4020651"/>
                <a:gd name="connsiteY1" fmla="*/ 1794092 h 1945616"/>
                <a:gd name="connsiteX2" fmla="*/ 3133973 w 4020651"/>
                <a:gd name="connsiteY2" fmla="*/ 1126034 h 1945616"/>
                <a:gd name="connsiteX3" fmla="*/ 2249797 w 4020651"/>
                <a:gd name="connsiteY3" fmla="*/ 1945617 h 1945616"/>
                <a:gd name="connsiteX4" fmla="*/ 2264954 w 4020651"/>
                <a:gd name="connsiteY4" fmla="*/ 1945617 h 1945616"/>
                <a:gd name="connsiteX5" fmla="*/ 3142662 w 4020651"/>
                <a:gd name="connsiteY5" fmla="*/ 1140813 h 1945616"/>
                <a:gd name="connsiteX6" fmla="*/ 3750177 w 4020651"/>
                <a:gd name="connsiteY6" fmla="*/ 1396376 h 1945616"/>
                <a:gd name="connsiteX7" fmla="*/ 4002893 w 4020651"/>
                <a:gd name="connsiteY7" fmla="*/ 1945617 h 1945616"/>
                <a:gd name="connsiteX8" fmla="*/ 4020652 w 4020651"/>
                <a:gd name="connsiteY8" fmla="*/ 1945617 h 1945616"/>
                <a:gd name="connsiteX9" fmla="*/ 4020652 w 4020651"/>
                <a:gd name="connsiteY9" fmla="*/ 1945084 h 1945616"/>
                <a:gd name="connsiteX10" fmla="*/ 2010330 w 4020651"/>
                <a:gd name="connsiteY10" fmla="*/ 0 h 1945616"/>
                <a:gd name="connsiteX11" fmla="*/ 0 w 4020651"/>
                <a:gd name="connsiteY11" fmla="*/ 1945617 h 1945616"/>
                <a:gd name="connsiteX12" fmla="*/ 15275 w 4020651"/>
                <a:gd name="connsiteY12" fmla="*/ 1945617 h 1945616"/>
                <a:gd name="connsiteX13" fmla="*/ 2009768 w 4020651"/>
                <a:gd name="connsiteY13" fmla="*/ 17623 h 194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20651" h="1945616">
                  <a:moveTo>
                    <a:pt x="2009768" y="17623"/>
                  </a:moveTo>
                  <a:cubicBezTo>
                    <a:pt x="3038268" y="17623"/>
                    <a:pt x="3884856" y="795027"/>
                    <a:pt x="3993569" y="1794092"/>
                  </a:cubicBezTo>
                  <a:cubicBezTo>
                    <a:pt x="3896314" y="1410114"/>
                    <a:pt x="3548375" y="1126034"/>
                    <a:pt x="3133973" y="1126034"/>
                  </a:cubicBezTo>
                  <a:cubicBezTo>
                    <a:pt x="2666676" y="1126034"/>
                    <a:pt x="2283887" y="1487260"/>
                    <a:pt x="2249797" y="1945617"/>
                  </a:cubicBezTo>
                  <a:lnTo>
                    <a:pt x="2264954" y="1945617"/>
                  </a:lnTo>
                  <a:cubicBezTo>
                    <a:pt x="2299839" y="1460292"/>
                    <a:pt x="2713271" y="1140813"/>
                    <a:pt x="3142662" y="1140813"/>
                  </a:cubicBezTo>
                  <a:cubicBezTo>
                    <a:pt x="3356075" y="1140813"/>
                    <a:pt x="3573400" y="1219712"/>
                    <a:pt x="3750177" y="1396376"/>
                  </a:cubicBezTo>
                  <a:cubicBezTo>
                    <a:pt x="3898931" y="1545082"/>
                    <a:pt x="3987268" y="1738074"/>
                    <a:pt x="4002893" y="1945617"/>
                  </a:cubicBezTo>
                  <a:lnTo>
                    <a:pt x="4020652" y="1945617"/>
                  </a:lnTo>
                  <a:cubicBezTo>
                    <a:pt x="4020652" y="1945439"/>
                    <a:pt x="4020652" y="1945261"/>
                    <a:pt x="4020652" y="1945084"/>
                  </a:cubicBezTo>
                  <a:cubicBezTo>
                    <a:pt x="4020652" y="996653"/>
                    <a:pt x="3180619" y="0"/>
                    <a:pt x="2010330" y="0"/>
                  </a:cubicBezTo>
                  <a:cubicBezTo>
                    <a:pt x="969971" y="0"/>
                    <a:pt x="35730" y="823951"/>
                    <a:pt x="0" y="1945617"/>
                  </a:cubicBezTo>
                  <a:lnTo>
                    <a:pt x="15275" y="1945617"/>
                  </a:lnTo>
                  <a:cubicBezTo>
                    <a:pt x="50447" y="874763"/>
                    <a:pt x="929829" y="17623"/>
                    <a:pt x="2009768" y="17623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99389"/>
            <a:ext cx="4504056" cy="2639453"/>
          </a:xfrm>
        </p:spPr>
        <p:txBody>
          <a:bodyPr anchor="t" anchorCtr="0"/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BE2B-89CA-4E09-9822-F0F9212E09C7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DF3A004-3E25-8EC9-4296-DF3366CB18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10" y="4718203"/>
            <a:ext cx="697704" cy="2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B1172426-29A2-B1FA-1CB4-0984EE52A6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99389"/>
            <a:ext cx="4504056" cy="2639453"/>
          </a:xfrm>
        </p:spPr>
        <p:txBody>
          <a:bodyPr anchor="t" anchorCtr="0"/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9600-91ED-4064-BE2C-FABEE38DFF73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94AE2E0-2A2B-9BC6-FCF0-7272FC284F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213" y="4719032"/>
            <a:ext cx="700471" cy="2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1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BD2D21-C171-1A2B-AC3E-F6A951934E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solidFill>
            <a:schemeClr val="bg2">
              <a:lumMod val="85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99389"/>
            <a:ext cx="4504056" cy="2639453"/>
          </a:xfrm>
        </p:spPr>
        <p:txBody>
          <a:bodyPr anchor="t" anchorCtr="0"/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7351-0F40-4FC4-9C1A-6F91DB0E9200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2D972D-DD97-49AD-6284-DE9DB332B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0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 Slide with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BD2D21-C171-1A2B-AC3E-F6A951934E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solidFill>
            <a:schemeClr val="bg2">
              <a:lumMod val="85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7351-0F40-4FC4-9C1A-6F91DB0E9200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2D972D-DD97-49AD-6284-DE9DB332B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2A131D3-0540-078D-DF01-87FBF7750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2" y="3621522"/>
            <a:ext cx="7891524" cy="730353"/>
          </a:xfrm>
        </p:spPr>
        <p:txBody>
          <a:bodyPr anchor="ctr" anchorCtr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_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9" y="393106"/>
            <a:ext cx="4039248" cy="7303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219FE-18E4-4A1C-BFEC-0099688B6B22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95D2886-2BFA-C21B-D72F-4ECA74442F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0213" y="1266937"/>
            <a:ext cx="4041648" cy="409278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8" y="1676215"/>
            <a:ext cx="4039249" cy="27846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84713" y="390524"/>
            <a:ext cx="4040187" cy="4070351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75095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_Text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2150" y="390524"/>
            <a:ext cx="4040187" cy="4070351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5652" y="393106"/>
            <a:ext cx="4039248" cy="7303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C923-32E2-44B0-A4C8-62BBA8331BCE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95D2886-2BFA-C21B-D72F-4ECA74442F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5652" y="1266937"/>
            <a:ext cx="4041648" cy="409278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5651" y="1676215"/>
            <a:ext cx="4039249" cy="27846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86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eft_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E1E7-6F8F-4D04-B676-371F4D1EA4B3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8" y="3186038"/>
            <a:ext cx="3846515" cy="12748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84713" y="390524"/>
            <a:ext cx="4040187" cy="4070351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2142471"/>
          </a:xfrm>
        </p:spPr>
        <p:txBody>
          <a:bodyPr anchor="t" anchorCtr="0"/>
          <a:lstStyle>
            <a:lvl1pPr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386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eft_Wide 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5CF9F-B89F-4C65-B802-C0A8FFE200EB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8" y="2105248"/>
            <a:ext cx="2543840" cy="2355628"/>
          </a:xfrm>
        </p:spPr>
        <p:txBody>
          <a:bodyPr/>
          <a:lstStyle>
            <a:lvl1pPr marL="0" indent="0">
              <a:lnSpc>
                <a:spcPct val="105000"/>
              </a:lnSpc>
              <a:buNone/>
              <a:defRPr/>
            </a:lvl1pPr>
            <a:lvl2pPr marL="0" indent="0">
              <a:buNone/>
              <a:defRPr sz="1600" u="sng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C2CF63-0F81-6216-7BFD-B0FB6E3D69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60651" y="390524"/>
            <a:ext cx="5464249" cy="4070351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70041-B313-4490-3EEE-D2CBF164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33235"/>
            <a:ext cx="2743200" cy="120136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82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Dar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9543-01FF-47BB-A619-E338B95587C5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4714" y="833007"/>
            <a:ext cx="3732894" cy="185891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3704782"/>
          </a:xfrm>
        </p:spPr>
        <p:txBody>
          <a:bodyPr anchor="t" anchorCtr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6A8D3EB-862E-E22E-AC93-F40870BF9D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10" y="4718203"/>
            <a:ext cx="697704" cy="2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93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Cor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88B2C-E4A3-4EE4-8F26-765225E82E8F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4714" y="833007"/>
            <a:ext cx="3732894" cy="1858918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3704782"/>
          </a:xfrm>
        </p:spPr>
        <p:txBody>
          <a:bodyPr anchor="t" anchorCtr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E10EC70-83EA-3983-DD32-80D886B22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16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oft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B626-85A1-46C7-8B81-C7967E17A57B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4714" y="833007"/>
            <a:ext cx="3732894" cy="1858918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28F577-4841-9649-336F-3AB9DFB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56093"/>
            <a:ext cx="3846513" cy="3704782"/>
          </a:xfrm>
        </p:spPr>
        <p:txBody>
          <a:bodyPr anchor="t" anchorCtr="0"/>
          <a:lstStyle>
            <a:lvl1pPr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74F8B2-35DE-AE29-2AE1-213F9E3066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54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full widt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51" y="1676879"/>
            <a:ext cx="8315362" cy="2783996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806C-BDFC-4B82-89D9-BAFE8F1220DF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58A102-113C-AD29-0E56-CB6BA4658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1266937"/>
            <a:ext cx="8305800" cy="40994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2047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B2D7-A7C5-E04B-559B-CD89EFC1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1" cy="73035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C2D18-6293-B1CC-9520-5D129ECF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13ED-621C-9340-9F9B-5608CDF45D57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85BA-A8E8-AD04-F15B-4C73A723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B2DAA-362B-4AE3-646B-5445FB14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21EB0-3884-1740-932B-2A996EE588F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101A72-F511-75EC-76D5-2E936D99E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0213" y="1266937"/>
            <a:ext cx="5486400" cy="40994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60B904-C450-B2E9-A6CE-57A860B5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50" y="1676879"/>
            <a:ext cx="4051501" cy="2783996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F8D2A5-E174-5E97-4E01-7E5DC474CC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78652" y="1676879"/>
            <a:ext cx="4051501" cy="2783996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712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B2D7-A7C5-E04B-559B-CD89EFC1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1" cy="73035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C2D18-6293-B1CC-9520-5D129ECF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13ED-621C-9340-9F9B-5608CDF45D57}" type="datetimeFigureOut">
              <a:rPr lang="en-US" smtClean="0"/>
              <a:t>3/8/26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85BA-A8E8-AD04-F15B-4C73A723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B2DAA-362B-4AE3-646B-5445FB14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21EB0-3884-1740-932B-2A996EE588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0E76D0-9CFA-5F03-6303-5B7630D0C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0213" y="1266937"/>
            <a:ext cx="5486400" cy="17730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3CBBA3-76D1-2BEB-60B4-65D1B3629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51" y="1676879"/>
            <a:ext cx="2627952" cy="2783996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A241FE7-6D13-BB09-56E4-1859A5BEB77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258800" y="1676879"/>
            <a:ext cx="2627952" cy="2783996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4DE4835-4455-AB1E-0A52-EF37D82F307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949" y="1676879"/>
            <a:ext cx="2627952" cy="2783996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215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9910-747F-4EF7-B5BE-C9285B070578}" type="datetime1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84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85BF-B469-46CA-B420-24F9761502EB}" type="datetime1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00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with imag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3" cy="73035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E3AB4-FD93-47F4-89D8-165A9DD31F04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D3D91AF-105B-FCD6-C4F5-C67B716D57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9098" y="2777384"/>
            <a:ext cx="2651760" cy="1683492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06B345E-D8AD-5ABF-C286-5E6C942981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46119" y="2777384"/>
            <a:ext cx="2651760" cy="1683492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774D32F3-07D7-A773-4B83-740E4AFDFF0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76058" y="2777384"/>
            <a:ext cx="2651760" cy="1683492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F8DACD0-57C1-A420-18D0-7958538404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6120" y="1676217"/>
            <a:ext cx="2651760" cy="1380492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84B27034-5514-D99C-E637-202A25B1FD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73141" y="1676216"/>
            <a:ext cx="2651760" cy="1380491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9" y="1676217"/>
            <a:ext cx="2651760" cy="1101167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771348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Imag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D3D91AF-105B-FCD6-C4F5-C67B716D57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9646" y="390525"/>
            <a:ext cx="2651760" cy="2147041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A5316E6D-08B1-22AC-4C5B-625D1BB09A5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71116" y="390525"/>
            <a:ext cx="2651760" cy="2147041"/>
          </a:xfrm>
          <a:solidFill>
            <a:schemeClr val="bg2">
              <a:lumMod val="85000"/>
            </a:schemeClr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9" y="390525"/>
            <a:ext cx="2742846" cy="1751354"/>
          </a:xfrm>
        </p:spPr>
        <p:txBody>
          <a:bodyPr anchor="t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859-F234-4ABB-8B8C-A008D9848D0E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9646" y="2965695"/>
            <a:ext cx="2651760" cy="1495179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969F474-E424-3477-434A-09FACCF5C4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3151" y="2965695"/>
            <a:ext cx="2651760" cy="1495179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None/>
              <a:defRPr/>
            </a:lvl2pPr>
            <a:lvl3pPr marL="171450" indent="-171450">
              <a:spcBef>
                <a:spcPts val="1200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8878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_Chart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33D8-F538-44D1-9CFA-9420E5015B6F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8" y="1674813"/>
            <a:ext cx="2358285" cy="2786063"/>
          </a:xfrm>
        </p:spPr>
        <p:txBody>
          <a:bodyPr/>
          <a:lstStyle>
            <a:lvl1pPr marL="0" indent="0">
              <a:lnSpc>
                <a:spcPct val="105000"/>
              </a:lnSpc>
              <a:buNone/>
              <a:defRPr/>
            </a:lvl1pPr>
            <a:lvl2pPr marL="0" indent="0">
              <a:buNone/>
              <a:defRPr sz="140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A77CF-6FD1-45FE-4C52-66768063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3200400" cy="81153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2439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roces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3" cy="73035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FD73-1FF8-4416-BD76-2955639D439D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9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42A8771-4A82-CB8D-C424-41BF6D808A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64847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DDE02F3C-8D05-3406-3842-5B3130A895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10596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  <a:lvl3pPr marL="171450" indent="-171450">
              <a:spcBef>
                <a:spcPts val="1200"/>
              </a:spcBef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176878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rocess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9144000" cy="5143500"/>
          </a:xfrm>
          <a:solidFill>
            <a:schemeClr val="bg2">
              <a:lumMod val="85000"/>
            </a:schemeClr>
          </a:solidFill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3" cy="73035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A605-DABF-473A-8A47-89F92C70FFA8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931A1D-33AA-0C07-1D74-3196D9C35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9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42A8771-4A82-CB8D-C424-41BF6D808A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64847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DDE02F3C-8D05-3406-3842-5B3130A895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10596" y="2520473"/>
            <a:ext cx="2138764" cy="1940401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  <a:lvl3pPr marL="171450" indent="-171450"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DB41D2-64A9-DED7-81ED-D5308AAA00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293" t="9258" r="20834" b="80331"/>
          <a:stretch/>
        </p:blipFill>
        <p:spPr bwMode="invGray">
          <a:xfrm>
            <a:off x="398747" y="4707732"/>
            <a:ext cx="753778" cy="25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51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 With Fr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7700D490-4071-0358-CDB3-67D5C69631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418305" y="393971"/>
            <a:ext cx="8308975" cy="4066904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30" y="454400"/>
            <a:ext cx="8182724" cy="3946047"/>
          </a:xfrm>
          <a:solidFill>
            <a:schemeClr val="bg2">
              <a:lumMod val="85000"/>
            </a:schemeClr>
          </a:solidFill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8B44C-A59A-4F6D-BAE1-108BBD5B7B51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902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BD3C95-659A-8892-1572-85CAFF6F374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1898" y="392591"/>
            <a:ext cx="8303001" cy="4068284"/>
          </a:xfrm>
          <a:solidFill>
            <a:schemeClr val="bg2">
              <a:lumMod val="85000"/>
            </a:schemeClr>
          </a:solidFill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EF14C-7206-461D-9384-0B383F30AD23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34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EE09029-D971-5226-4FA9-F6AD000FDC32}"/>
              </a:ext>
            </a:extLst>
          </p:cNvPr>
          <p:cNvGrpSpPr/>
          <p:nvPr userDrawn="1"/>
        </p:nvGrpSpPr>
        <p:grpSpPr>
          <a:xfrm>
            <a:off x="0" y="1270"/>
            <a:ext cx="8694331" cy="5142230"/>
            <a:chOff x="-1" y="1270"/>
            <a:chExt cx="8694331" cy="5142230"/>
          </a:xfrm>
          <a:solidFill>
            <a:schemeClr val="accent2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8A0E504-DF9F-0793-DCEF-51E39A880353}"/>
                </a:ext>
              </a:extLst>
            </p:cNvPr>
            <p:cNvSpPr/>
            <p:nvPr/>
          </p:nvSpPr>
          <p:spPr>
            <a:xfrm>
              <a:off x="0" y="931655"/>
              <a:ext cx="6292067" cy="4211844"/>
            </a:xfrm>
            <a:custGeom>
              <a:avLst/>
              <a:gdLst>
                <a:gd name="connsiteX0" fmla="*/ 6276417 w 6292067"/>
                <a:gd name="connsiteY0" fmla="*/ 4192266 h 4211844"/>
                <a:gd name="connsiteX1" fmla="*/ 6276315 w 6292067"/>
                <a:gd name="connsiteY1" fmla="*/ 4211845 h 4211844"/>
                <a:gd name="connsiteX2" fmla="*/ 6291966 w 6292067"/>
                <a:gd name="connsiteY2" fmla="*/ 4211845 h 4211844"/>
                <a:gd name="connsiteX3" fmla="*/ 6292068 w 6292067"/>
                <a:gd name="connsiteY3" fmla="*/ 4192952 h 4211844"/>
                <a:gd name="connsiteX4" fmla="*/ 2106305 w 6292067"/>
                <a:gd name="connsiteY4" fmla="*/ 0 h 4211844"/>
                <a:gd name="connsiteX5" fmla="*/ 0 w 6292067"/>
                <a:gd name="connsiteY5" fmla="*/ 572342 h 4211844"/>
                <a:gd name="connsiteX6" fmla="*/ 0 w 6292067"/>
                <a:gd name="connsiteY6" fmla="*/ 589980 h 4211844"/>
                <a:gd name="connsiteX7" fmla="*/ 2105792 w 6292067"/>
                <a:gd name="connsiteY7" fmla="*/ 15160 h 4211844"/>
                <a:gd name="connsiteX8" fmla="*/ 6276417 w 6292067"/>
                <a:gd name="connsiteY8" fmla="*/ 4192266 h 421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92067" h="4211844">
                  <a:moveTo>
                    <a:pt x="6276417" y="4192266"/>
                  </a:moveTo>
                  <a:cubicBezTo>
                    <a:pt x="6276417" y="4198792"/>
                    <a:pt x="6276366" y="4205319"/>
                    <a:pt x="6276315" y="4211845"/>
                  </a:cubicBezTo>
                  <a:lnTo>
                    <a:pt x="6291966" y="4211845"/>
                  </a:lnTo>
                  <a:cubicBezTo>
                    <a:pt x="6291991" y="4205547"/>
                    <a:pt x="6292068" y="4199249"/>
                    <a:pt x="6292068" y="4192952"/>
                  </a:cubicBezTo>
                  <a:cubicBezTo>
                    <a:pt x="6292068" y="1984713"/>
                    <a:pt x="4534131" y="0"/>
                    <a:pt x="2106305" y="0"/>
                  </a:cubicBezTo>
                  <a:cubicBezTo>
                    <a:pt x="1349899" y="0"/>
                    <a:pt x="626232" y="206007"/>
                    <a:pt x="0" y="572342"/>
                  </a:cubicBezTo>
                  <a:lnTo>
                    <a:pt x="0" y="589980"/>
                  </a:lnTo>
                  <a:cubicBezTo>
                    <a:pt x="625228" y="222309"/>
                    <a:pt x="1348723" y="15160"/>
                    <a:pt x="2105792" y="15160"/>
                  </a:cubicBezTo>
                  <a:cubicBezTo>
                    <a:pt x="4521199" y="15160"/>
                    <a:pt x="6276417" y="1985779"/>
                    <a:pt x="6276417" y="4192266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BBC6466-723F-CC01-A0B8-8E529AF36AA2}"/>
                </a:ext>
              </a:extLst>
            </p:cNvPr>
            <p:cNvSpPr/>
            <p:nvPr/>
          </p:nvSpPr>
          <p:spPr>
            <a:xfrm>
              <a:off x="-1" y="1270"/>
              <a:ext cx="1952927" cy="970771"/>
            </a:xfrm>
            <a:custGeom>
              <a:avLst/>
              <a:gdLst>
                <a:gd name="connsiteX0" fmla="*/ 0 w 1952927"/>
                <a:gd name="connsiteY0" fmla="*/ 952971 h 970771"/>
                <a:gd name="connsiteX1" fmla="*/ 0 w 1952927"/>
                <a:gd name="connsiteY1" fmla="*/ 970772 h 970771"/>
                <a:gd name="connsiteX2" fmla="*/ 1952927 w 1952927"/>
                <a:gd name="connsiteY2" fmla="*/ 0 h 970771"/>
                <a:gd name="connsiteX3" fmla="*/ 1901126 w 1952927"/>
                <a:gd name="connsiteY3" fmla="*/ 0 h 970771"/>
                <a:gd name="connsiteX4" fmla="*/ 0 w 1952927"/>
                <a:gd name="connsiteY4" fmla="*/ 952971 h 97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927" h="970771">
                  <a:moveTo>
                    <a:pt x="0" y="952971"/>
                  </a:moveTo>
                  <a:lnTo>
                    <a:pt x="0" y="970772"/>
                  </a:lnTo>
                  <a:cubicBezTo>
                    <a:pt x="562340" y="528319"/>
                    <a:pt x="1221325" y="190675"/>
                    <a:pt x="1952927" y="0"/>
                  </a:cubicBezTo>
                  <a:lnTo>
                    <a:pt x="1901126" y="0"/>
                  </a:lnTo>
                  <a:cubicBezTo>
                    <a:pt x="1195851" y="190913"/>
                    <a:pt x="553181" y="520772"/>
                    <a:pt x="0" y="952971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645CD48-0971-9BC7-AEB8-D323323023EF}"/>
                </a:ext>
              </a:extLst>
            </p:cNvPr>
            <p:cNvSpPr/>
            <p:nvPr/>
          </p:nvSpPr>
          <p:spPr>
            <a:xfrm>
              <a:off x="4685957" y="1270"/>
              <a:ext cx="4008373" cy="5142230"/>
            </a:xfrm>
            <a:custGeom>
              <a:avLst/>
              <a:gdLst>
                <a:gd name="connsiteX0" fmla="*/ 4002352 w 4008373"/>
                <a:gd name="connsiteY0" fmla="*/ 5142230 h 5142230"/>
                <a:gd name="connsiteX1" fmla="*/ 4008374 w 4008373"/>
                <a:gd name="connsiteY1" fmla="*/ 5142230 h 5142230"/>
                <a:gd name="connsiteX2" fmla="*/ 34578 w 4008373"/>
                <a:gd name="connsiteY2" fmla="*/ 0 h 5142230"/>
                <a:gd name="connsiteX3" fmla="*/ 0 w 4008373"/>
                <a:gd name="connsiteY3" fmla="*/ 0 h 5142230"/>
                <a:gd name="connsiteX4" fmla="*/ 4002352 w 4008373"/>
                <a:gd name="connsiteY4" fmla="*/ 5142230 h 514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8373" h="5142230">
                  <a:moveTo>
                    <a:pt x="4002352" y="5142230"/>
                  </a:moveTo>
                  <a:lnTo>
                    <a:pt x="4008374" y="5142230"/>
                  </a:lnTo>
                  <a:cubicBezTo>
                    <a:pt x="3984974" y="2680892"/>
                    <a:pt x="2308134" y="614734"/>
                    <a:pt x="34578" y="0"/>
                  </a:cubicBezTo>
                  <a:lnTo>
                    <a:pt x="0" y="0"/>
                  </a:lnTo>
                  <a:cubicBezTo>
                    <a:pt x="2308491" y="613127"/>
                    <a:pt x="3982535" y="2753417"/>
                    <a:pt x="4002352" y="5142230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9E7433F-F551-206F-1AF6-B4C3EE4487B8}"/>
                </a:ext>
              </a:extLst>
            </p:cNvPr>
            <p:cNvSpPr/>
            <p:nvPr/>
          </p:nvSpPr>
          <p:spPr>
            <a:xfrm>
              <a:off x="177276" y="3197883"/>
              <a:ext cx="4020651" cy="1945616"/>
            </a:xfrm>
            <a:custGeom>
              <a:avLst/>
              <a:gdLst>
                <a:gd name="connsiteX0" fmla="*/ 2009768 w 4020651"/>
                <a:gd name="connsiteY0" fmla="*/ 17623 h 1945616"/>
                <a:gd name="connsiteX1" fmla="*/ 3993569 w 4020651"/>
                <a:gd name="connsiteY1" fmla="*/ 1794092 h 1945616"/>
                <a:gd name="connsiteX2" fmla="*/ 3133973 w 4020651"/>
                <a:gd name="connsiteY2" fmla="*/ 1126034 h 1945616"/>
                <a:gd name="connsiteX3" fmla="*/ 2249797 w 4020651"/>
                <a:gd name="connsiteY3" fmla="*/ 1945617 h 1945616"/>
                <a:gd name="connsiteX4" fmla="*/ 2264954 w 4020651"/>
                <a:gd name="connsiteY4" fmla="*/ 1945617 h 1945616"/>
                <a:gd name="connsiteX5" fmla="*/ 3142662 w 4020651"/>
                <a:gd name="connsiteY5" fmla="*/ 1140813 h 1945616"/>
                <a:gd name="connsiteX6" fmla="*/ 3750177 w 4020651"/>
                <a:gd name="connsiteY6" fmla="*/ 1396376 h 1945616"/>
                <a:gd name="connsiteX7" fmla="*/ 4002893 w 4020651"/>
                <a:gd name="connsiteY7" fmla="*/ 1945617 h 1945616"/>
                <a:gd name="connsiteX8" fmla="*/ 4020652 w 4020651"/>
                <a:gd name="connsiteY8" fmla="*/ 1945617 h 1945616"/>
                <a:gd name="connsiteX9" fmla="*/ 4020652 w 4020651"/>
                <a:gd name="connsiteY9" fmla="*/ 1945084 h 1945616"/>
                <a:gd name="connsiteX10" fmla="*/ 2010330 w 4020651"/>
                <a:gd name="connsiteY10" fmla="*/ 0 h 1945616"/>
                <a:gd name="connsiteX11" fmla="*/ 0 w 4020651"/>
                <a:gd name="connsiteY11" fmla="*/ 1945617 h 1945616"/>
                <a:gd name="connsiteX12" fmla="*/ 15275 w 4020651"/>
                <a:gd name="connsiteY12" fmla="*/ 1945617 h 1945616"/>
                <a:gd name="connsiteX13" fmla="*/ 2009768 w 4020651"/>
                <a:gd name="connsiteY13" fmla="*/ 17623 h 194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20651" h="1945616">
                  <a:moveTo>
                    <a:pt x="2009768" y="17623"/>
                  </a:moveTo>
                  <a:cubicBezTo>
                    <a:pt x="3038268" y="17623"/>
                    <a:pt x="3884856" y="795027"/>
                    <a:pt x="3993569" y="1794092"/>
                  </a:cubicBezTo>
                  <a:cubicBezTo>
                    <a:pt x="3896314" y="1410114"/>
                    <a:pt x="3548375" y="1126034"/>
                    <a:pt x="3133973" y="1126034"/>
                  </a:cubicBezTo>
                  <a:cubicBezTo>
                    <a:pt x="2666676" y="1126034"/>
                    <a:pt x="2283887" y="1487260"/>
                    <a:pt x="2249797" y="1945617"/>
                  </a:cubicBezTo>
                  <a:lnTo>
                    <a:pt x="2264954" y="1945617"/>
                  </a:lnTo>
                  <a:cubicBezTo>
                    <a:pt x="2299839" y="1460292"/>
                    <a:pt x="2713271" y="1140813"/>
                    <a:pt x="3142662" y="1140813"/>
                  </a:cubicBezTo>
                  <a:cubicBezTo>
                    <a:pt x="3356075" y="1140813"/>
                    <a:pt x="3573400" y="1219712"/>
                    <a:pt x="3750177" y="1396376"/>
                  </a:cubicBezTo>
                  <a:cubicBezTo>
                    <a:pt x="3898931" y="1545082"/>
                    <a:pt x="3987268" y="1738074"/>
                    <a:pt x="4002893" y="1945617"/>
                  </a:cubicBezTo>
                  <a:lnTo>
                    <a:pt x="4020652" y="1945617"/>
                  </a:lnTo>
                  <a:cubicBezTo>
                    <a:pt x="4020652" y="1945439"/>
                    <a:pt x="4020652" y="1945261"/>
                    <a:pt x="4020652" y="1945084"/>
                  </a:cubicBezTo>
                  <a:cubicBezTo>
                    <a:pt x="4020652" y="996653"/>
                    <a:pt x="3180619" y="0"/>
                    <a:pt x="2010330" y="0"/>
                  </a:cubicBezTo>
                  <a:cubicBezTo>
                    <a:pt x="969971" y="0"/>
                    <a:pt x="35730" y="823951"/>
                    <a:pt x="0" y="1945617"/>
                  </a:cubicBezTo>
                  <a:lnTo>
                    <a:pt x="15275" y="1945617"/>
                  </a:lnTo>
                  <a:cubicBezTo>
                    <a:pt x="50447" y="874763"/>
                    <a:pt x="929829" y="17623"/>
                    <a:pt x="2009768" y="17623"/>
                  </a:cubicBezTo>
                  <a:close/>
                </a:path>
              </a:pathLst>
            </a:custGeom>
            <a:grpFill/>
            <a:ln w="25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 anchorCtr="0"/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CAD67-E770-405E-BCF5-36441C7FC29D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5E22E9D-2770-2C8C-630B-0A37342D42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10" y="4718203"/>
            <a:ext cx="697704" cy="2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406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837EB938-B2A3-5441-78EF-94CE5637A7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 anchorCtr="0"/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6867-0A9F-42B7-89A3-7FCF5EDA60C5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0E5D0C-D34D-8742-6901-E2223AECC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213" y="4719032"/>
            <a:ext cx="700471" cy="2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133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 anchorCtr="0"/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76829-A0EA-427A-9A24-5A91E5027D6D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DC7096-3964-861F-96A8-D8A361390C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426" y="4239884"/>
            <a:ext cx="2043464" cy="62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96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80339"/>
            <a:ext cx="4504056" cy="2428443"/>
          </a:xfrm>
        </p:spPr>
        <p:txBody>
          <a:bodyPr anchor="t" anchorCtr="0"/>
          <a:lstStyle>
            <a:lvl1pPr>
              <a:lnSpc>
                <a:spcPct val="100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B77C-9BFB-46F7-819C-3F63DF5227A7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CB7290-2FD1-2E4C-2D23-2BB995490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" y="4232188"/>
            <a:ext cx="2039113" cy="6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343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9BB4-7E98-D840-DA23-07EAF6FD1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24B6F-EAD8-7BA8-6799-A6FA4A0F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82A05-62AC-2068-DD76-D36E9DEC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391C-0B19-B644-A150-EDD79E058A42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F6D75-E45D-D790-984C-4EDCEE7E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CB50D-722C-EA2D-063A-BD7D10D1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94EB2-E96F-9245-BE92-CE10B52E7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7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098" y="393106"/>
            <a:ext cx="8305801" cy="7303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099" y="1674813"/>
            <a:ext cx="5486400" cy="27848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0463" y="543097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2677E-6BC6-4C7A-93B9-2D571ECA0CB2}" type="datetime1">
              <a:rPr lang="en-US" smtClean="0"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23156" y="4767388"/>
            <a:ext cx="3086100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r>
              <a:rPr lang="en-US"/>
              <a:t>Confidential and property of Intermountain Health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9468" y="4767388"/>
            <a:ext cx="274320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57EAB85A-CEDA-4147-BFEE-FE6E6956DCC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6C2FA8F-66B7-BF49-B2E6-46BF2B15056A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31005" y="4718068"/>
            <a:ext cx="704088" cy="2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6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3" r:id="rId3"/>
    <p:sldLayoutId id="2147483674" r:id="rId4"/>
    <p:sldLayoutId id="2147483673" r:id="rId5"/>
    <p:sldLayoutId id="2147483675" r:id="rId6"/>
    <p:sldLayoutId id="2147483676" r:id="rId7"/>
    <p:sldLayoutId id="2147483677" r:id="rId8"/>
    <p:sldLayoutId id="2147483678" r:id="rId9"/>
    <p:sldLayoutId id="2147483715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714" r:id="rId18"/>
    <p:sldLayoutId id="2147483710" r:id="rId19"/>
    <p:sldLayoutId id="2147483711" r:id="rId20"/>
    <p:sldLayoutId id="2147483666" r:id="rId21"/>
    <p:sldLayoutId id="2147483667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716" r:id="rId3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12763" indent="-171450" algn="l" defTabSz="685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6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4" pos="5496" userDrawn="1">
          <p15:clr>
            <a:srgbClr val="F26B43"/>
          </p15:clr>
        </p15:guide>
        <p15:guide id="5" orient="horz" pos="2810" userDrawn="1">
          <p15:clr>
            <a:srgbClr val="F26B43"/>
          </p15:clr>
        </p15:guide>
        <p15:guide id="6" orient="horz" pos="708" userDrawn="1">
          <p15:clr>
            <a:srgbClr val="F26B43"/>
          </p15:clr>
        </p15:guide>
        <p15:guide id="7" orient="horz" pos="10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mountain.pica9.com/cd/index/home" TargetMode="External"/><Relationship Id="rId2" Type="http://schemas.openxmlformats.org/officeDocument/2006/relationships/hyperlink" Target="https://intermountainhealth.sharepoint.com/:f:/r/sites/IHBrandEvolution/Shared%20Documents/PowerPoint%20Images?csf=1&amp;web=1&amp;e=sZEceb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3.svg"/><Relationship Id="rId21" Type="http://schemas.openxmlformats.org/officeDocument/2006/relationships/image" Target="../media/image37.svg"/><Relationship Id="rId42" Type="http://schemas.openxmlformats.org/officeDocument/2006/relationships/image" Target="../media/image58.png"/><Relationship Id="rId63" Type="http://schemas.openxmlformats.org/officeDocument/2006/relationships/image" Target="../media/image79.svg"/><Relationship Id="rId84" Type="http://schemas.openxmlformats.org/officeDocument/2006/relationships/image" Target="../media/image100.png"/><Relationship Id="rId138" Type="http://schemas.openxmlformats.org/officeDocument/2006/relationships/image" Target="../media/image154.png"/><Relationship Id="rId159" Type="http://schemas.openxmlformats.org/officeDocument/2006/relationships/image" Target="../media/image175.svg"/><Relationship Id="rId170" Type="http://schemas.openxmlformats.org/officeDocument/2006/relationships/image" Target="../media/image186.png"/><Relationship Id="rId191" Type="http://schemas.openxmlformats.org/officeDocument/2006/relationships/image" Target="../media/image207.svg"/><Relationship Id="rId107" Type="http://schemas.openxmlformats.org/officeDocument/2006/relationships/image" Target="../media/image123.svg"/><Relationship Id="rId11" Type="http://schemas.openxmlformats.org/officeDocument/2006/relationships/image" Target="../media/image27.svg"/><Relationship Id="rId32" Type="http://schemas.openxmlformats.org/officeDocument/2006/relationships/image" Target="../media/image48.png"/><Relationship Id="rId53" Type="http://schemas.openxmlformats.org/officeDocument/2006/relationships/image" Target="../media/image69.svg"/><Relationship Id="rId74" Type="http://schemas.openxmlformats.org/officeDocument/2006/relationships/image" Target="../media/image90.png"/><Relationship Id="rId128" Type="http://schemas.openxmlformats.org/officeDocument/2006/relationships/image" Target="../media/image144.png"/><Relationship Id="rId149" Type="http://schemas.openxmlformats.org/officeDocument/2006/relationships/image" Target="../media/image165.svg"/><Relationship Id="rId5" Type="http://schemas.openxmlformats.org/officeDocument/2006/relationships/image" Target="../media/image21.svg"/><Relationship Id="rId95" Type="http://schemas.openxmlformats.org/officeDocument/2006/relationships/image" Target="../media/image111.svg"/><Relationship Id="rId160" Type="http://schemas.openxmlformats.org/officeDocument/2006/relationships/image" Target="../media/image176.png"/><Relationship Id="rId181" Type="http://schemas.openxmlformats.org/officeDocument/2006/relationships/image" Target="../media/image197.svg"/><Relationship Id="rId22" Type="http://schemas.openxmlformats.org/officeDocument/2006/relationships/image" Target="../media/image38.png"/><Relationship Id="rId43" Type="http://schemas.openxmlformats.org/officeDocument/2006/relationships/image" Target="../media/image59.svg"/><Relationship Id="rId64" Type="http://schemas.openxmlformats.org/officeDocument/2006/relationships/image" Target="../media/image80.png"/><Relationship Id="rId118" Type="http://schemas.openxmlformats.org/officeDocument/2006/relationships/image" Target="../media/image134.png"/><Relationship Id="rId139" Type="http://schemas.openxmlformats.org/officeDocument/2006/relationships/image" Target="../media/image155.svg"/><Relationship Id="rId85" Type="http://schemas.openxmlformats.org/officeDocument/2006/relationships/image" Target="../media/image101.svg"/><Relationship Id="rId150" Type="http://schemas.openxmlformats.org/officeDocument/2006/relationships/image" Target="../media/image166.png"/><Relationship Id="rId171" Type="http://schemas.openxmlformats.org/officeDocument/2006/relationships/image" Target="../media/image187.svg"/><Relationship Id="rId192" Type="http://schemas.openxmlformats.org/officeDocument/2006/relationships/image" Target="../media/image208.png"/><Relationship Id="rId12" Type="http://schemas.openxmlformats.org/officeDocument/2006/relationships/image" Target="../media/image28.png"/><Relationship Id="rId33" Type="http://schemas.openxmlformats.org/officeDocument/2006/relationships/image" Target="../media/image49.svg"/><Relationship Id="rId108" Type="http://schemas.openxmlformats.org/officeDocument/2006/relationships/image" Target="../media/image124.png"/><Relationship Id="rId129" Type="http://schemas.openxmlformats.org/officeDocument/2006/relationships/image" Target="../media/image145.svg"/><Relationship Id="rId54" Type="http://schemas.openxmlformats.org/officeDocument/2006/relationships/image" Target="../media/image70.png"/><Relationship Id="rId75" Type="http://schemas.openxmlformats.org/officeDocument/2006/relationships/image" Target="../media/image91.svg"/><Relationship Id="rId96" Type="http://schemas.openxmlformats.org/officeDocument/2006/relationships/image" Target="../media/image112.png"/><Relationship Id="rId140" Type="http://schemas.openxmlformats.org/officeDocument/2006/relationships/image" Target="../media/image156.png"/><Relationship Id="rId161" Type="http://schemas.openxmlformats.org/officeDocument/2006/relationships/image" Target="../media/image177.svg"/><Relationship Id="rId182" Type="http://schemas.openxmlformats.org/officeDocument/2006/relationships/image" Target="../media/image198.png"/><Relationship Id="rId6" Type="http://schemas.openxmlformats.org/officeDocument/2006/relationships/image" Target="../media/image22.png"/><Relationship Id="rId23" Type="http://schemas.openxmlformats.org/officeDocument/2006/relationships/image" Target="../media/image39.svg"/><Relationship Id="rId119" Type="http://schemas.openxmlformats.org/officeDocument/2006/relationships/image" Target="../media/image135.svg"/><Relationship Id="rId44" Type="http://schemas.openxmlformats.org/officeDocument/2006/relationships/image" Target="../media/image60.png"/><Relationship Id="rId65" Type="http://schemas.openxmlformats.org/officeDocument/2006/relationships/image" Target="../media/image81.svg"/><Relationship Id="rId86" Type="http://schemas.openxmlformats.org/officeDocument/2006/relationships/image" Target="../media/image102.png"/><Relationship Id="rId130" Type="http://schemas.openxmlformats.org/officeDocument/2006/relationships/image" Target="../media/image146.png"/><Relationship Id="rId151" Type="http://schemas.openxmlformats.org/officeDocument/2006/relationships/image" Target="../media/image167.svg"/><Relationship Id="rId172" Type="http://schemas.openxmlformats.org/officeDocument/2006/relationships/image" Target="../media/image188.png"/><Relationship Id="rId193" Type="http://schemas.openxmlformats.org/officeDocument/2006/relationships/image" Target="../media/image209.svg"/><Relationship Id="rId13" Type="http://schemas.openxmlformats.org/officeDocument/2006/relationships/image" Target="../media/image29.svg"/><Relationship Id="rId109" Type="http://schemas.openxmlformats.org/officeDocument/2006/relationships/image" Target="../media/image125.svg"/><Relationship Id="rId34" Type="http://schemas.openxmlformats.org/officeDocument/2006/relationships/image" Target="../media/image50.png"/><Relationship Id="rId55" Type="http://schemas.openxmlformats.org/officeDocument/2006/relationships/image" Target="../media/image71.svg"/><Relationship Id="rId76" Type="http://schemas.openxmlformats.org/officeDocument/2006/relationships/image" Target="../media/image92.png"/><Relationship Id="rId97" Type="http://schemas.openxmlformats.org/officeDocument/2006/relationships/image" Target="../media/image113.svg"/><Relationship Id="rId120" Type="http://schemas.openxmlformats.org/officeDocument/2006/relationships/image" Target="../media/image136.png"/><Relationship Id="rId141" Type="http://schemas.openxmlformats.org/officeDocument/2006/relationships/image" Target="../media/image157.svg"/><Relationship Id="rId7" Type="http://schemas.openxmlformats.org/officeDocument/2006/relationships/image" Target="../media/image23.svg"/><Relationship Id="rId71" Type="http://schemas.openxmlformats.org/officeDocument/2006/relationships/image" Target="../media/image87.svg"/><Relationship Id="rId92" Type="http://schemas.openxmlformats.org/officeDocument/2006/relationships/image" Target="../media/image108.png"/><Relationship Id="rId162" Type="http://schemas.openxmlformats.org/officeDocument/2006/relationships/image" Target="../media/image178.png"/><Relationship Id="rId183" Type="http://schemas.openxmlformats.org/officeDocument/2006/relationships/image" Target="../media/image199.svg"/><Relationship Id="rId2" Type="http://schemas.openxmlformats.org/officeDocument/2006/relationships/image" Target="../media/image18.png"/><Relationship Id="rId29" Type="http://schemas.openxmlformats.org/officeDocument/2006/relationships/image" Target="../media/image45.svg"/><Relationship Id="rId24" Type="http://schemas.openxmlformats.org/officeDocument/2006/relationships/image" Target="../media/image40.png"/><Relationship Id="rId40" Type="http://schemas.openxmlformats.org/officeDocument/2006/relationships/image" Target="../media/image56.png"/><Relationship Id="rId45" Type="http://schemas.openxmlformats.org/officeDocument/2006/relationships/image" Target="../media/image61.svg"/><Relationship Id="rId66" Type="http://schemas.openxmlformats.org/officeDocument/2006/relationships/image" Target="../media/image82.png"/><Relationship Id="rId87" Type="http://schemas.openxmlformats.org/officeDocument/2006/relationships/image" Target="../media/image103.svg"/><Relationship Id="rId110" Type="http://schemas.openxmlformats.org/officeDocument/2006/relationships/image" Target="../media/image126.png"/><Relationship Id="rId115" Type="http://schemas.openxmlformats.org/officeDocument/2006/relationships/image" Target="../media/image131.svg"/><Relationship Id="rId131" Type="http://schemas.openxmlformats.org/officeDocument/2006/relationships/image" Target="../media/image147.svg"/><Relationship Id="rId136" Type="http://schemas.openxmlformats.org/officeDocument/2006/relationships/image" Target="../media/image152.png"/><Relationship Id="rId157" Type="http://schemas.openxmlformats.org/officeDocument/2006/relationships/image" Target="../media/image173.svg"/><Relationship Id="rId178" Type="http://schemas.openxmlformats.org/officeDocument/2006/relationships/image" Target="../media/image194.png"/><Relationship Id="rId61" Type="http://schemas.openxmlformats.org/officeDocument/2006/relationships/image" Target="../media/image77.svg"/><Relationship Id="rId82" Type="http://schemas.openxmlformats.org/officeDocument/2006/relationships/image" Target="../media/image98.png"/><Relationship Id="rId152" Type="http://schemas.openxmlformats.org/officeDocument/2006/relationships/image" Target="../media/image168.png"/><Relationship Id="rId173" Type="http://schemas.openxmlformats.org/officeDocument/2006/relationships/image" Target="../media/image189.svg"/><Relationship Id="rId194" Type="http://schemas.openxmlformats.org/officeDocument/2006/relationships/image" Target="../media/image210.png"/><Relationship Id="rId19" Type="http://schemas.openxmlformats.org/officeDocument/2006/relationships/image" Target="../media/image35.svg"/><Relationship Id="rId14" Type="http://schemas.openxmlformats.org/officeDocument/2006/relationships/image" Target="../media/image30.png"/><Relationship Id="rId30" Type="http://schemas.openxmlformats.org/officeDocument/2006/relationships/image" Target="../media/image46.png"/><Relationship Id="rId35" Type="http://schemas.openxmlformats.org/officeDocument/2006/relationships/image" Target="../media/image51.svg"/><Relationship Id="rId56" Type="http://schemas.openxmlformats.org/officeDocument/2006/relationships/image" Target="../media/image72.png"/><Relationship Id="rId77" Type="http://schemas.openxmlformats.org/officeDocument/2006/relationships/image" Target="../media/image93.svg"/><Relationship Id="rId100" Type="http://schemas.openxmlformats.org/officeDocument/2006/relationships/image" Target="../media/image116.png"/><Relationship Id="rId105" Type="http://schemas.openxmlformats.org/officeDocument/2006/relationships/image" Target="../media/image121.svg"/><Relationship Id="rId126" Type="http://schemas.openxmlformats.org/officeDocument/2006/relationships/image" Target="../media/image142.png"/><Relationship Id="rId147" Type="http://schemas.openxmlformats.org/officeDocument/2006/relationships/image" Target="../media/image163.svg"/><Relationship Id="rId168" Type="http://schemas.openxmlformats.org/officeDocument/2006/relationships/image" Target="../media/image184.png"/><Relationship Id="rId8" Type="http://schemas.openxmlformats.org/officeDocument/2006/relationships/image" Target="../media/image24.png"/><Relationship Id="rId51" Type="http://schemas.openxmlformats.org/officeDocument/2006/relationships/image" Target="../media/image67.svg"/><Relationship Id="rId72" Type="http://schemas.openxmlformats.org/officeDocument/2006/relationships/image" Target="../media/image88.png"/><Relationship Id="rId93" Type="http://schemas.openxmlformats.org/officeDocument/2006/relationships/image" Target="../media/image109.svg"/><Relationship Id="rId98" Type="http://schemas.openxmlformats.org/officeDocument/2006/relationships/image" Target="../media/image114.png"/><Relationship Id="rId121" Type="http://schemas.openxmlformats.org/officeDocument/2006/relationships/image" Target="../media/image137.svg"/><Relationship Id="rId142" Type="http://schemas.openxmlformats.org/officeDocument/2006/relationships/image" Target="../media/image158.png"/><Relationship Id="rId163" Type="http://schemas.openxmlformats.org/officeDocument/2006/relationships/image" Target="../media/image179.svg"/><Relationship Id="rId184" Type="http://schemas.openxmlformats.org/officeDocument/2006/relationships/image" Target="../media/image200.png"/><Relationship Id="rId189" Type="http://schemas.openxmlformats.org/officeDocument/2006/relationships/image" Target="../media/image205.svg"/><Relationship Id="rId3" Type="http://schemas.openxmlformats.org/officeDocument/2006/relationships/image" Target="../media/image19.svg"/><Relationship Id="rId25" Type="http://schemas.openxmlformats.org/officeDocument/2006/relationships/image" Target="../media/image41.svg"/><Relationship Id="rId46" Type="http://schemas.openxmlformats.org/officeDocument/2006/relationships/image" Target="../media/image62.png"/><Relationship Id="rId67" Type="http://schemas.openxmlformats.org/officeDocument/2006/relationships/image" Target="../media/image83.svg"/><Relationship Id="rId116" Type="http://schemas.openxmlformats.org/officeDocument/2006/relationships/image" Target="../media/image132.png"/><Relationship Id="rId137" Type="http://schemas.openxmlformats.org/officeDocument/2006/relationships/image" Target="../media/image153.svg"/><Relationship Id="rId158" Type="http://schemas.openxmlformats.org/officeDocument/2006/relationships/image" Target="../media/image174.png"/><Relationship Id="rId20" Type="http://schemas.openxmlformats.org/officeDocument/2006/relationships/image" Target="../media/image36.png"/><Relationship Id="rId41" Type="http://schemas.openxmlformats.org/officeDocument/2006/relationships/image" Target="../media/image57.svg"/><Relationship Id="rId62" Type="http://schemas.openxmlformats.org/officeDocument/2006/relationships/image" Target="../media/image78.png"/><Relationship Id="rId83" Type="http://schemas.openxmlformats.org/officeDocument/2006/relationships/image" Target="../media/image99.svg"/><Relationship Id="rId88" Type="http://schemas.openxmlformats.org/officeDocument/2006/relationships/image" Target="../media/image104.png"/><Relationship Id="rId111" Type="http://schemas.openxmlformats.org/officeDocument/2006/relationships/image" Target="../media/image127.svg"/><Relationship Id="rId132" Type="http://schemas.openxmlformats.org/officeDocument/2006/relationships/image" Target="../media/image148.png"/><Relationship Id="rId153" Type="http://schemas.openxmlformats.org/officeDocument/2006/relationships/image" Target="../media/image169.svg"/><Relationship Id="rId174" Type="http://schemas.openxmlformats.org/officeDocument/2006/relationships/image" Target="../media/image190.png"/><Relationship Id="rId179" Type="http://schemas.openxmlformats.org/officeDocument/2006/relationships/image" Target="../media/image195.svg"/><Relationship Id="rId195" Type="http://schemas.openxmlformats.org/officeDocument/2006/relationships/image" Target="../media/image211.svg"/><Relationship Id="rId190" Type="http://schemas.openxmlformats.org/officeDocument/2006/relationships/image" Target="../media/image206.png"/><Relationship Id="rId15" Type="http://schemas.openxmlformats.org/officeDocument/2006/relationships/image" Target="../media/image31.svg"/><Relationship Id="rId36" Type="http://schemas.openxmlformats.org/officeDocument/2006/relationships/image" Target="../media/image52.png"/><Relationship Id="rId57" Type="http://schemas.openxmlformats.org/officeDocument/2006/relationships/image" Target="../media/image73.svg"/><Relationship Id="rId106" Type="http://schemas.openxmlformats.org/officeDocument/2006/relationships/image" Target="../media/image122.png"/><Relationship Id="rId127" Type="http://schemas.openxmlformats.org/officeDocument/2006/relationships/image" Target="../media/image143.svg"/><Relationship Id="rId10" Type="http://schemas.openxmlformats.org/officeDocument/2006/relationships/image" Target="../media/image26.png"/><Relationship Id="rId31" Type="http://schemas.openxmlformats.org/officeDocument/2006/relationships/image" Target="../media/image47.svg"/><Relationship Id="rId52" Type="http://schemas.openxmlformats.org/officeDocument/2006/relationships/image" Target="../media/image68.png"/><Relationship Id="rId73" Type="http://schemas.openxmlformats.org/officeDocument/2006/relationships/image" Target="../media/image89.svg"/><Relationship Id="rId78" Type="http://schemas.openxmlformats.org/officeDocument/2006/relationships/image" Target="../media/image94.png"/><Relationship Id="rId94" Type="http://schemas.openxmlformats.org/officeDocument/2006/relationships/image" Target="../media/image110.png"/><Relationship Id="rId99" Type="http://schemas.openxmlformats.org/officeDocument/2006/relationships/image" Target="../media/image115.svg"/><Relationship Id="rId101" Type="http://schemas.openxmlformats.org/officeDocument/2006/relationships/image" Target="../media/image117.svg"/><Relationship Id="rId122" Type="http://schemas.openxmlformats.org/officeDocument/2006/relationships/image" Target="../media/image138.png"/><Relationship Id="rId143" Type="http://schemas.openxmlformats.org/officeDocument/2006/relationships/image" Target="../media/image159.svg"/><Relationship Id="rId148" Type="http://schemas.openxmlformats.org/officeDocument/2006/relationships/image" Target="../media/image164.png"/><Relationship Id="rId164" Type="http://schemas.openxmlformats.org/officeDocument/2006/relationships/image" Target="../media/image180.png"/><Relationship Id="rId169" Type="http://schemas.openxmlformats.org/officeDocument/2006/relationships/image" Target="../media/image185.svg"/><Relationship Id="rId185" Type="http://schemas.openxmlformats.org/officeDocument/2006/relationships/image" Target="../media/image20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80" Type="http://schemas.openxmlformats.org/officeDocument/2006/relationships/image" Target="../media/image196.png"/><Relationship Id="rId26" Type="http://schemas.openxmlformats.org/officeDocument/2006/relationships/image" Target="../media/image42.png"/><Relationship Id="rId47" Type="http://schemas.openxmlformats.org/officeDocument/2006/relationships/image" Target="../media/image63.svg"/><Relationship Id="rId68" Type="http://schemas.openxmlformats.org/officeDocument/2006/relationships/image" Target="../media/image84.png"/><Relationship Id="rId89" Type="http://schemas.openxmlformats.org/officeDocument/2006/relationships/image" Target="../media/image105.svg"/><Relationship Id="rId112" Type="http://schemas.openxmlformats.org/officeDocument/2006/relationships/image" Target="../media/image128.png"/><Relationship Id="rId133" Type="http://schemas.openxmlformats.org/officeDocument/2006/relationships/image" Target="../media/image149.svg"/><Relationship Id="rId154" Type="http://schemas.openxmlformats.org/officeDocument/2006/relationships/image" Target="../media/image170.png"/><Relationship Id="rId175" Type="http://schemas.openxmlformats.org/officeDocument/2006/relationships/image" Target="../media/image191.svg"/><Relationship Id="rId196" Type="http://schemas.openxmlformats.org/officeDocument/2006/relationships/image" Target="../media/image212.png"/><Relationship Id="rId16" Type="http://schemas.openxmlformats.org/officeDocument/2006/relationships/image" Target="../media/image32.png"/><Relationship Id="rId37" Type="http://schemas.openxmlformats.org/officeDocument/2006/relationships/image" Target="../media/image53.svg"/><Relationship Id="rId58" Type="http://schemas.openxmlformats.org/officeDocument/2006/relationships/image" Target="../media/image74.png"/><Relationship Id="rId79" Type="http://schemas.openxmlformats.org/officeDocument/2006/relationships/image" Target="../media/image95.svg"/><Relationship Id="rId102" Type="http://schemas.openxmlformats.org/officeDocument/2006/relationships/image" Target="../media/image118.png"/><Relationship Id="rId123" Type="http://schemas.openxmlformats.org/officeDocument/2006/relationships/image" Target="../media/image139.svg"/><Relationship Id="rId144" Type="http://schemas.openxmlformats.org/officeDocument/2006/relationships/image" Target="../media/image160.png"/><Relationship Id="rId90" Type="http://schemas.openxmlformats.org/officeDocument/2006/relationships/image" Target="../media/image106.png"/><Relationship Id="rId165" Type="http://schemas.openxmlformats.org/officeDocument/2006/relationships/image" Target="../media/image181.svg"/><Relationship Id="rId186" Type="http://schemas.openxmlformats.org/officeDocument/2006/relationships/image" Target="../media/image202.png"/><Relationship Id="rId27" Type="http://schemas.openxmlformats.org/officeDocument/2006/relationships/image" Target="../media/image43.svg"/><Relationship Id="rId48" Type="http://schemas.openxmlformats.org/officeDocument/2006/relationships/image" Target="../media/image64.png"/><Relationship Id="rId69" Type="http://schemas.openxmlformats.org/officeDocument/2006/relationships/image" Target="../media/image85.svg"/><Relationship Id="rId113" Type="http://schemas.openxmlformats.org/officeDocument/2006/relationships/image" Target="../media/image129.svg"/><Relationship Id="rId134" Type="http://schemas.openxmlformats.org/officeDocument/2006/relationships/image" Target="../media/image150.png"/><Relationship Id="rId80" Type="http://schemas.openxmlformats.org/officeDocument/2006/relationships/image" Target="../media/image96.png"/><Relationship Id="rId155" Type="http://schemas.openxmlformats.org/officeDocument/2006/relationships/image" Target="../media/image171.svg"/><Relationship Id="rId176" Type="http://schemas.openxmlformats.org/officeDocument/2006/relationships/image" Target="../media/image192.png"/><Relationship Id="rId197" Type="http://schemas.openxmlformats.org/officeDocument/2006/relationships/image" Target="../media/image213.svg"/><Relationship Id="rId17" Type="http://schemas.openxmlformats.org/officeDocument/2006/relationships/image" Target="../media/image33.svg"/><Relationship Id="rId38" Type="http://schemas.openxmlformats.org/officeDocument/2006/relationships/image" Target="../media/image54.png"/><Relationship Id="rId59" Type="http://schemas.openxmlformats.org/officeDocument/2006/relationships/image" Target="../media/image75.svg"/><Relationship Id="rId103" Type="http://schemas.openxmlformats.org/officeDocument/2006/relationships/image" Target="../media/image119.svg"/><Relationship Id="rId124" Type="http://schemas.openxmlformats.org/officeDocument/2006/relationships/image" Target="../media/image140.png"/><Relationship Id="rId70" Type="http://schemas.openxmlformats.org/officeDocument/2006/relationships/image" Target="../media/image86.png"/><Relationship Id="rId91" Type="http://schemas.openxmlformats.org/officeDocument/2006/relationships/image" Target="../media/image107.svg"/><Relationship Id="rId145" Type="http://schemas.openxmlformats.org/officeDocument/2006/relationships/image" Target="../media/image161.svg"/><Relationship Id="rId166" Type="http://schemas.openxmlformats.org/officeDocument/2006/relationships/image" Target="../media/image182.png"/><Relationship Id="rId187" Type="http://schemas.openxmlformats.org/officeDocument/2006/relationships/image" Target="../media/image203.svg"/><Relationship Id="rId1" Type="http://schemas.openxmlformats.org/officeDocument/2006/relationships/slideLayout" Target="../slideLayouts/slideLayout21.xml"/><Relationship Id="rId28" Type="http://schemas.openxmlformats.org/officeDocument/2006/relationships/image" Target="../media/image44.png"/><Relationship Id="rId49" Type="http://schemas.openxmlformats.org/officeDocument/2006/relationships/image" Target="../media/image65.svg"/><Relationship Id="rId114" Type="http://schemas.openxmlformats.org/officeDocument/2006/relationships/image" Target="../media/image130.png"/><Relationship Id="rId60" Type="http://schemas.openxmlformats.org/officeDocument/2006/relationships/image" Target="../media/image76.png"/><Relationship Id="rId81" Type="http://schemas.openxmlformats.org/officeDocument/2006/relationships/image" Target="../media/image97.svg"/><Relationship Id="rId135" Type="http://schemas.openxmlformats.org/officeDocument/2006/relationships/image" Target="../media/image151.svg"/><Relationship Id="rId156" Type="http://schemas.openxmlformats.org/officeDocument/2006/relationships/image" Target="../media/image172.png"/><Relationship Id="rId177" Type="http://schemas.openxmlformats.org/officeDocument/2006/relationships/image" Target="../media/image193.svg"/><Relationship Id="rId18" Type="http://schemas.openxmlformats.org/officeDocument/2006/relationships/image" Target="../media/image34.png"/><Relationship Id="rId39" Type="http://schemas.openxmlformats.org/officeDocument/2006/relationships/image" Target="../media/image55.svg"/><Relationship Id="rId50" Type="http://schemas.openxmlformats.org/officeDocument/2006/relationships/image" Target="../media/image66.png"/><Relationship Id="rId104" Type="http://schemas.openxmlformats.org/officeDocument/2006/relationships/image" Target="../media/image120.png"/><Relationship Id="rId125" Type="http://schemas.openxmlformats.org/officeDocument/2006/relationships/image" Target="../media/image141.svg"/><Relationship Id="rId146" Type="http://schemas.openxmlformats.org/officeDocument/2006/relationships/image" Target="../media/image162.png"/><Relationship Id="rId167" Type="http://schemas.openxmlformats.org/officeDocument/2006/relationships/image" Target="../media/image183.svg"/><Relationship Id="rId188" Type="http://schemas.openxmlformats.org/officeDocument/2006/relationships/image" Target="../media/image204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9.svg"/><Relationship Id="rId21" Type="http://schemas.openxmlformats.org/officeDocument/2006/relationships/image" Target="../media/image233.svg"/><Relationship Id="rId42" Type="http://schemas.openxmlformats.org/officeDocument/2006/relationships/image" Target="../media/image254.png"/><Relationship Id="rId63" Type="http://schemas.openxmlformats.org/officeDocument/2006/relationships/image" Target="../media/image275.svg"/><Relationship Id="rId84" Type="http://schemas.openxmlformats.org/officeDocument/2006/relationships/image" Target="../media/image296.png"/><Relationship Id="rId138" Type="http://schemas.openxmlformats.org/officeDocument/2006/relationships/image" Target="../media/image350.png"/><Relationship Id="rId159" Type="http://schemas.openxmlformats.org/officeDocument/2006/relationships/image" Target="../media/image371.svg"/><Relationship Id="rId170" Type="http://schemas.openxmlformats.org/officeDocument/2006/relationships/image" Target="../media/image382.png"/><Relationship Id="rId191" Type="http://schemas.openxmlformats.org/officeDocument/2006/relationships/image" Target="../media/image403.svg"/><Relationship Id="rId107" Type="http://schemas.openxmlformats.org/officeDocument/2006/relationships/image" Target="../media/image319.svg"/><Relationship Id="rId11" Type="http://schemas.openxmlformats.org/officeDocument/2006/relationships/image" Target="../media/image223.svg"/><Relationship Id="rId32" Type="http://schemas.openxmlformats.org/officeDocument/2006/relationships/image" Target="../media/image244.png"/><Relationship Id="rId53" Type="http://schemas.openxmlformats.org/officeDocument/2006/relationships/image" Target="../media/image265.svg"/><Relationship Id="rId74" Type="http://schemas.openxmlformats.org/officeDocument/2006/relationships/image" Target="../media/image286.png"/><Relationship Id="rId128" Type="http://schemas.openxmlformats.org/officeDocument/2006/relationships/image" Target="../media/image340.png"/><Relationship Id="rId149" Type="http://schemas.openxmlformats.org/officeDocument/2006/relationships/image" Target="../media/image361.svg"/><Relationship Id="rId5" Type="http://schemas.openxmlformats.org/officeDocument/2006/relationships/image" Target="../media/image217.svg"/><Relationship Id="rId95" Type="http://schemas.openxmlformats.org/officeDocument/2006/relationships/image" Target="../media/image307.png"/><Relationship Id="rId160" Type="http://schemas.openxmlformats.org/officeDocument/2006/relationships/image" Target="../media/image372.png"/><Relationship Id="rId181" Type="http://schemas.openxmlformats.org/officeDocument/2006/relationships/image" Target="../media/image393.svg"/><Relationship Id="rId22" Type="http://schemas.openxmlformats.org/officeDocument/2006/relationships/image" Target="../media/image234.png"/><Relationship Id="rId43" Type="http://schemas.openxmlformats.org/officeDocument/2006/relationships/image" Target="../media/image255.svg"/><Relationship Id="rId64" Type="http://schemas.openxmlformats.org/officeDocument/2006/relationships/image" Target="../media/image276.png"/><Relationship Id="rId118" Type="http://schemas.openxmlformats.org/officeDocument/2006/relationships/image" Target="../media/image330.png"/><Relationship Id="rId139" Type="http://schemas.openxmlformats.org/officeDocument/2006/relationships/image" Target="../media/image351.svg"/><Relationship Id="rId85" Type="http://schemas.openxmlformats.org/officeDocument/2006/relationships/image" Target="../media/image297.svg"/><Relationship Id="rId150" Type="http://schemas.openxmlformats.org/officeDocument/2006/relationships/image" Target="../media/image362.png"/><Relationship Id="rId171" Type="http://schemas.openxmlformats.org/officeDocument/2006/relationships/image" Target="../media/image383.svg"/><Relationship Id="rId192" Type="http://schemas.openxmlformats.org/officeDocument/2006/relationships/image" Target="../media/image404.png"/><Relationship Id="rId12" Type="http://schemas.openxmlformats.org/officeDocument/2006/relationships/image" Target="../media/image224.png"/><Relationship Id="rId33" Type="http://schemas.openxmlformats.org/officeDocument/2006/relationships/image" Target="../media/image245.svg"/><Relationship Id="rId108" Type="http://schemas.openxmlformats.org/officeDocument/2006/relationships/image" Target="../media/image320.png"/><Relationship Id="rId129" Type="http://schemas.openxmlformats.org/officeDocument/2006/relationships/image" Target="../media/image341.svg"/><Relationship Id="rId54" Type="http://schemas.openxmlformats.org/officeDocument/2006/relationships/image" Target="../media/image266.png"/><Relationship Id="rId75" Type="http://schemas.openxmlformats.org/officeDocument/2006/relationships/image" Target="../media/image287.svg"/><Relationship Id="rId96" Type="http://schemas.openxmlformats.org/officeDocument/2006/relationships/image" Target="../media/image308.png"/><Relationship Id="rId140" Type="http://schemas.openxmlformats.org/officeDocument/2006/relationships/image" Target="../media/image352.png"/><Relationship Id="rId161" Type="http://schemas.openxmlformats.org/officeDocument/2006/relationships/image" Target="../media/image373.svg"/><Relationship Id="rId182" Type="http://schemas.openxmlformats.org/officeDocument/2006/relationships/image" Target="../media/image394.png"/><Relationship Id="rId6" Type="http://schemas.openxmlformats.org/officeDocument/2006/relationships/image" Target="../media/image218.png"/><Relationship Id="rId23" Type="http://schemas.openxmlformats.org/officeDocument/2006/relationships/image" Target="../media/image235.svg"/><Relationship Id="rId119" Type="http://schemas.openxmlformats.org/officeDocument/2006/relationships/image" Target="../media/image331.svg"/><Relationship Id="rId44" Type="http://schemas.openxmlformats.org/officeDocument/2006/relationships/image" Target="../media/image256.png"/><Relationship Id="rId65" Type="http://schemas.openxmlformats.org/officeDocument/2006/relationships/image" Target="../media/image277.svg"/><Relationship Id="rId86" Type="http://schemas.openxmlformats.org/officeDocument/2006/relationships/image" Target="../media/image298.png"/><Relationship Id="rId130" Type="http://schemas.openxmlformats.org/officeDocument/2006/relationships/image" Target="../media/image342.png"/><Relationship Id="rId151" Type="http://schemas.openxmlformats.org/officeDocument/2006/relationships/image" Target="../media/image363.svg"/><Relationship Id="rId172" Type="http://schemas.openxmlformats.org/officeDocument/2006/relationships/image" Target="../media/image384.png"/><Relationship Id="rId193" Type="http://schemas.openxmlformats.org/officeDocument/2006/relationships/image" Target="../media/image405.svg"/><Relationship Id="rId13" Type="http://schemas.openxmlformats.org/officeDocument/2006/relationships/image" Target="../media/image225.svg"/><Relationship Id="rId109" Type="http://schemas.openxmlformats.org/officeDocument/2006/relationships/image" Target="../media/image321.svg"/><Relationship Id="rId34" Type="http://schemas.openxmlformats.org/officeDocument/2006/relationships/image" Target="../media/image246.png"/><Relationship Id="rId55" Type="http://schemas.openxmlformats.org/officeDocument/2006/relationships/image" Target="../media/image267.svg"/><Relationship Id="rId76" Type="http://schemas.openxmlformats.org/officeDocument/2006/relationships/image" Target="../media/image288.png"/><Relationship Id="rId97" Type="http://schemas.openxmlformats.org/officeDocument/2006/relationships/image" Target="../media/image309.png"/><Relationship Id="rId120" Type="http://schemas.openxmlformats.org/officeDocument/2006/relationships/image" Target="../media/image332.png"/><Relationship Id="rId141" Type="http://schemas.openxmlformats.org/officeDocument/2006/relationships/image" Target="../media/image353.svg"/><Relationship Id="rId7" Type="http://schemas.openxmlformats.org/officeDocument/2006/relationships/image" Target="../media/image219.svg"/><Relationship Id="rId71" Type="http://schemas.openxmlformats.org/officeDocument/2006/relationships/image" Target="../media/image283.svg"/><Relationship Id="rId92" Type="http://schemas.openxmlformats.org/officeDocument/2006/relationships/image" Target="../media/image304.png"/><Relationship Id="rId162" Type="http://schemas.openxmlformats.org/officeDocument/2006/relationships/image" Target="../media/image374.png"/><Relationship Id="rId183" Type="http://schemas.openxmlformats.org/officeDocument/2006/relationships/image" Target="../media/image395.svg"/><Relationship Id="rId2" Type="http://schemas.openxmlformats.org/officeDocument/2006/relationships/image" Target="../media/image214.png"/><Relationship Id="rId29" Type="http://schemas.openxmlformats.org/officeDocument/2006/relationships/image" Target="../media/image241.svg"/><Relationship Id="rId24" Type="http://schemas.openxmlformats.org/officeDocument/2006/relationships/image" Target="../media/image236.png"/><Relationship Id="rId40" Type="http://schemas.openxmlformats.org/officeDocument/2006/relationships/image" Target="../media/image252.png"/><Relationship Id="rId45" Type="http://schemas.openxmlformats.org/officeDocument/2006/relationships/image" Target="../media/image257.svg"/><Relationship Id="rId66" Type="http://schemas.openxmlformats.org/officeDocument/2006/relationships/image" Target="../media/image278.png"/><Relationship Id="rId87" Type="http://schemas.openxmlformats.org/officeDocument/2006/relationships/image" Target="../media/image299.svg"/><Relationship Id="rId110" Type="http://schemas.openxmlformats.org/officeDocument/2006/relationships/image" Target="../media/image322.png"/><Relationship Id="rId115" Type="http://schemas.openxmlformats.org/officeDocument/2006/relationships/image" Target="../media/image327.svg"/><Relationship Id="rId131" Type="http://schemas.openxmlformats.org/officeDocument/2006/relationships/image" Target="../media/image343.svg"/><Relationship Id="rId136" Type="http://schemas.openxmlformats.org/officeDocument/2006/relationships/image" Target="../media/image348.png"/><Relationship Id="rId157" Type="http://schemas.openxmlformats.org/officeDocument/2006/relationships/image" Target="../media/image369.svg"/><Relationship Id="rId178" Type="http://schemas.openxmlformats.org/officeDocument/2006/relationships/image" Target="../media/image390.png"/><Relationship Id="rId61" Type="http://schemas.openxmlformats.org/officeDocument/2006/relationships/image" Target="../media/image273.svg"/><Relationship Id="rId82" Type="http://schemas.openxmlformats.org/officeDocument/2006/relationships/image" Target="../media/image294.png"/><Relationship Id="rId152" Type="http://schemas.openxmlformats.org/officeDocument/2006/relationships/image" Target="../media/image364.png"/><Relationship Id="rId173" Type="http://schemas.openxmlformats.org/officeDocument/2006/relationships/image" Target="../media/image385.svg"/><Relationship Id="rId194" Type="http://schemas.openxmlformats.org/officeDocument/2006/relationships/image" Target="../media/image406.png"/><Relationship Id="rId199" Type="http://schemas.openxmlformats.org/officeDocument/2006/relationships/image" Target="../media/image411.svg"/><Relationship Id="rId19" Type="http://schemas.openxmlformats.org/officeDocument/2006/relationships/image" Target="../media/image231.svg"/><Relationship Id="rId14" Type="http://schemas.openxmlformats.org/officeDocument/2006/relationships/image" Target="../media/image226.png"/><Relationship Id="rId30" Type="http://schemas.openxmlformats.org/officeDocument/2006/relationships/image" Target="../media/image242.png"/><Relationship Id="rId35" Type="http://schemas.openxmlformats.org/officeDocument/2006/relationships/image" Target="../media/image247.svg"/><Relationship Id="rId56" Type="http://schemas.openxmlformats.org/officeDocument/2006/relationships/image" Target="../media/image268.png"/><Relationship Id="rId77" Type="http://schemas.openxmlformats.org/officeDocument/2006/relationships/image" Target="../media/image289.svg"/><Relationship Id="rId100" Type="http://schemas.openxmlformats.org/officeDocument/2006/relationships/image" Target="../media/image312.png"/><Relationship Id="rId105" Type="http://schemas.openxmlformats.org/officeDocument/2006/relationships/image" Target="../media/image317.png"/><Relationship Id="rId126" Type="http://schemas.openxmlformats.org/officeDocument/2006/relationships/image" Target="../media/image338.png"/><Relationship Id="rId147" Type="http://schemas.openxmlformats.org/officeDocument/2006/relationships/image" Target="../media/image359.svg"/><Relationship Id="rId168" Type="http://schemas.openxmlformats.org/officeDocument/2006/relationships/image" Target="../media/image380.png"/><Relationship Id="rId8" Type="http://schemas.openxmlformats.org/officeDocument/2006/relationships/image" Target="../media/image220.png"/><Relationship Id="rId51" Type="http://schemas.openxmlformats.org/officeDocument/2006/relationships/image" Target="../media/image263.svg"/><Relationship Id="rId72" Type="http://schemas.openxmlformats.org/officeDocument/2006/relationships/image" Target="../media/image284.png"/><Relationship Id="rId93" Type="http://schemas.openxmlformats.org/officeDocument/2006/relationships/image" Target="../media/image305.svg"/><Relationship Id="rId98" Type="http://schemas.openxmlformats.org/officeDocument/2006/relationships/image" Target="../media/image310.png"/><Relationship Id="rId121" Type="http://schemas.openxmlformats.org/officeDocument/2006/relationships/image" Target="../media/image333.svg"/><Relationship Id="rId142" Type="http://schemas.openxmlformats.org/officeDocument/2006/relationships/image" Target="../media/image354.png"/><Relationship Id="rId163" Type="http://schemas.openxmlformats.org/officeDocument/2006/relationships/image" Target="../media/image375.svg"/><Relationship Id="rId184" Type="http://schemas.openxmlformats.org/officeDocument/2006/relationships/image" Target="../media/image396.png"/><Relationship Id="rId189" Type="http://schemas.openxmlformats.org/officeDocument/2006/relationships/image" Target="../media/image401.svg"/><Relationship Id="rId3" Type="http://schemas.openxmlformats.org/officeDocument/2006/relationships/image" Target="../media/image215.svg"/><Relationship Id="rId25" Type="http://schemas.openxmlformats.org/officeDocument/2006/relationships/image" Target="../media/image237.svg"/><Relationship Id="rId46" Type="http://schemas.openxmlformats.org/officeDocument/2006/relationships/image" Target="../media/image258.png"/><Relationship Id="rId67" Type="http://schemas.openxmlformats.org/officeDocument/2006/relationships/image" Target="../media/image279.svg"/><Relationship Id="rId116" Type="http://schemas.openxmlformats.org/officeDocument/2006/relationships/image" Target="../media/image328.png"/><Relationship Id="rId137" Type="http://schemas.openxmlformats.org/officeDocument/2006/relationships/image" Target="../media/image349.svg"/><Relationship Id="rId158" Type="http://schemas.openxmlformats.org/officeDocument/2006/relationships/image" Target="../media/image370.png"/><Relationship Id="rId20" Type="http://schemas.openxmlformats.org/officeDocument/2006/relationships/image" Target="../media/image232.png"/><Relationship Id="rId41" Type="http://schemas.openxmlformats.org/officeDocument/2006/relationships/image" Target="../media/image253.svg"/><Relationship Id="rId62" Type="http://schemas.openxmlformats.org/officeDocument/2006/relationships/image" Target="../media/image274.png"/><Relationship Id="rId83" Type="http://schemas.openxmlformats.org/officeDocument/2006/relationships/image" Target="../media/image295.svg"/><Relationship Id="rId88" Type="http://schemas.openxmlformats.org/officeDocument/2006/relationships/image" Target="../media/image300.png"/><Relationship Id="rId111" Type="http://schemas.openxmlformats.org/officeDocument/2006/relationships/image" Target="../media/image323.svg"/><Relationship Id="rId132" Type="http://schemas.openxmlformats.org/officeDocument/2006/relationships/image" Target="../media/image344.png"/><Relationship Id="rId153" Type="http://schemas.openxmlformats.org/officeDocument/2006/relationships/image" Target="../media/image365.svg"/><Relationship Id="rId174" Type="http://schemas.openxmlformats.org/officeDocument/2006/relationships/image" Target="../media/image386.png"/><Relationship Id="rId179" Type="http://schemas.openxmlformats.org/officeDocument/2006/relationships/image" Target="../media/image391.svg"/><Relationship Id="rId195" Type="http://schemas.openxmlformats.org/officeDocument/2006/relationships/image" Target="../media/image407.svg"/><Relationship Id="rId190" Type="http://schemas.openxmlformats.org/officeDocument/2006/relationships/image" Target="../media/image402.png"/><Relationship Id="rId15" Type="http://schemas.openxmlformats.org/officeDocument/2006/relationships/image" Target="../media/image227.svg"/><Relationship Id="rId36" Type="http://schemas.openxmlformats.org/officeDocument/2006/relationships/image" Target="../media/image248.png"/><Relationship Id="rId57" Type="http://schemas.openxmlformats.org/officeDocument/2006/relationships/image" Target="../media/image269.svg"/><Relationship Id="rId106" Type="http://schemas.openxmlformats.org/officeDocument/2006/relationships/image" Target="../media/image318.png"/><Relationship Id="rId127" Type="http://schemas.openxmlformats.org/officeDocument/2006/relationships/image" Target="../media/image339.svg"/><Relationship Id="rId10" Type="http://schemas.openxmlformats.org/officeDocument/2006/relationships/image" Target="../media/image222.png"/><Relationship Id="rId31" Type="http://schemas.openxmlformats.org/officeDocument/2006/relationships/image" Target="../media/image243.svg"/><Relationship Id="rId52" Type="http://schemas.openxmlformats.org/officeDocument/2006/relationships/image" Target="../media/image264.png"/><Relationship Id="rId73" Type="http://schemas.openxmlformats.org/officeDocument/2006/relationships/image" Target="../media/image285.svg"/><Relationship Id="rId78" Type="http://schemas.openxmlformats.org/officeDocument/2006/relationships/image" Target="../media/image290.png"/><Relationship Id="rId94" Type="http://schemas.openxmlformats.org/officeDocument/2006/relationships/image" Target="../media/image306.png"/><Relationship Id="rId99" Type="http://schemas.openxmlformats.org/officeDocument/2006/relationships/image" Target="../media/image311.png"/><Relationship Id="rId101" Type="http://schemas.openxmlformats.org/officeDocument/2006/relationships/image" Target="../media/image313.png"/><Relationship Id="rId122" Type="http://schemas.openxmlformats.org/officeDocument/2006/relationships/image" Target="../media/image334.png"/><Relationship Id="rId143" Type="http://schemas.openxmlformats.org/officeDocument/2006/relationships/image" Target="../media/image355.svg"/><Relationship Id="rId148" Type="http://schemas.openxmlformats.org/officeDocument/2006/relationships/image" Target="../media/image360.png"/><Relationship Id="rId164" Type="http://schemas.openxmlformats.org/officeDocument/2006/relationships/image" Target="../media/image376.png"/><Relationship Id="rId169" Type="http://schemas.openxmlformats.org/officeDocument/2006/relationships/image" Target="../media/image381.svg"/><Relationship Id="rId185" Type="http://schemas.openxmlformats.org/officeDocument/2006/relationships/image" Target="../media/image397.svg"/><Relationship Id="rId4" Type="http://schemas.openxmlformats.org/officeDocument/2006/relationships/image" Target="../media/image216.png"/><Relationship Id="rId9" Type="http://schemas.openxmlformats.org/officeDocument/2006/relationships/image" Target="../media/image221.svg"/><Relationship Id="rId180" Type="http://schemas.openxmlformats.org/officeDocument/2006/relationships/image" Target="../media/image392.png"/><Relationship Id="rId26" Type="http://schemas.openxmlformats.org/officeDocument/2006/relationships/image" Target="../media/image238.png"/><Relationship Id="rId47" Type="http://schemas.openxmlformats.org/officeDocument/2006/relationships/image" Target="../media/image259.svg"/><Relationship Id="rId68" Type="http://schemas.openxmlformats.org/officeDocument/2006/relationships/image" Target="../media/image280.png"/><Relationship Id="rId89" Type="http://schemas.openxmlformats.org/officeDocument/2006/relationships/image" Target="../media/image301.svg"/><Relationship Id="rId112" Type="http://schemas.openxmlformats.org/officeDocument/2006/relationships/image" Target="../media/image324.png"/><Relationship Id="rId133" Type="http://schemas.openxmlformats.org/officeDocument/2006/relationships/image" Target="../media/image345.svg"/><Relationship Id="rId154" Type="http://schemas.openxmlformats.org/officeDocument/2006/relationships/image" Target="../media/image366.png"/><Relationship Id="rId175" Type="http://schemas.openxmlformats.org/officeDocument/2006/relationships/image" Target="../media/image387.svg"/><Relationship Id="rId196" Type="http://schemas.openxmlformats.org/officeDocument/2006/relationships/image" Target="../media/image408.png"/><Relationship Id="rId16" Type="http://schemas.openxmlformats.org/officeDocument/2006/relationships/image" Target="../media/image228.png"/><Relationship Id="rId37" Type="http://schemas.openxmlformats.org/officeDocument/2006/relationships/image" Target="../media/image249.svg"/><Relationship Id="rId58" Type="http://schemas.openxmlformats.org/officeDocument/2006/relationships/image" Target="../media/image270.png"/><Relationship Id="rId79" Type="http://schemas.openxmlformats.org/officeDocument/2006/relationships/image" Target="../media/image291.svg"/><Relationship Id="rId102" Type="http://schemas.openxmlformats.org/officeDocument/2006/relationships/image" Target="../media/image314.png"/><Relationship Id="rId123" Type="http://schemas.openxmlformats.org/officeDocument/2006/relationships/image" Target="../media/image335.svg"/><Relationship Id="rId144" Type="http://schemas.openxmlformats.org/officeDocument/2006/relationships/image" Target="../media/image356.png"/><Relationship Id="rId90" Type="http://schemas.openxmlformats.org/officeDocument/2006/relationships/image" Target="../media/image302.png"/><Relationship Id="rId165" Type="http://schemas.openxmlformats.org/officeDocument/2006/relationships/image" Target="../media/image377.svg"/><Relationship Id="rId186" Type="http://schemas.openxmlformats.org/officeDocument/2006/relationships/image" Target="../media/image398.png"/><Relationship Id="rId27" Type="http://schemas.openxmlformats.org/officeDocument/2006/relationships/image" Target="../media/image239.svg"/><Relationship Id="rId48" Type="http://schemas.openxmlformats.org/officeDocument/2006/relationships/image" Target="../media/image260.png"/><Relationship Id="rId69" Type="http://schemas.openxmlformats.org/officeDocument/2006/relationships/image" Target="../media/image281.svg"/><Relationship Id="rId113" Type="http://schemas.openxmlformats.org/officeDocument/2006/relationships/image" Target="../media/image325.svg"/><Relationship Id="rId134" Type="http://schemas.openxmlformats.org/officeDocument/2006/relationships/image" Target="../media/image346.png"/><Relationship Id="rId80" Type="http://schemas.openxmlformats.org/officeDocument/2006/relationships/image" Target="../media/image292.png"/><Relationship Id="rId155" Type="http://schemas.openxmlformats.org/officeDocument/2006/relationships/image" Target="../media/image367.svg"/><Relationship Id="rId176" Type="http://schemas.openxmlformats.org/officeDocument/2006/relationships/image" Target="../media/image388.png"/><Relationship Id="rId197" Type="http://schemas.openxmlformats.org/officeDocument/2006/relationships/image" Target="../media/image409.svg"/><Relationship Id="rId17" Type="http://schemas.openxmlformats.org/officeDocument/2006/relationships/image" Target="../media/image229.svg"/><Relationship Id="rId38" Type="http://schemas.openxmlformats.org/officeDocument/2006/relationships/image" Target="../media/image250.png"/><Relationship Id="rId59" Type="http://schemas.openxmlformats.org/officeDocument/2006/relationships/image" Target="../media/image271.svg"/><Relationship Id="rId103" Type="http://schemas.openxmlformats.org/officeDocument/2006/relationships/image" Target="../media/image315.png"/><Relationship Id="rId124" Type="http://schemas.openxmlformats.org/officeDocument/2006/relationships/image" Target="../media/image336.png"/><Relationship Id="rId70" Type="http://schemas.openxmlformats.org/officeDocument/2006/relationships/image" Target="../media/image282.png"/><Relationship Id="rId91" Type="http://schemas.openxmlformats.org/officeDocument/2006/relationships/image" Target="../media/image303.svg"/><Relationship Id="rId145" Type="http://schemas.openxmlformats.org/officeDocument/2006/relationships/image" Target="../media/image357.svg"/><Relationship Id="rId166" Type="http://schemas.openxmlformats.org/officeDocument/2006/relationships/image" Target="../media/image378.png"/><Relationship Id="rId187" Type="http://schemas.openxmlformats.org/officeDocument/2006/relationships/image" Target="../media/image399.svg"/><Relationship Id="rId1" Type="http://schemas.openxmlformats.org/officeDocument/2006/relationships/slideLayout" Target="../slideLayouts/slideLayout34.xml"/><Relationship Id="rId28" Type="http://schemas.openxmlformats.org/officeDocument/2006/relationships/image" Target="../media/image240.png"/><Relationship Id="rId49" Type="http://schemas.openxmlformats.org/officeDocument/2006/relationships/image" Target="../media/image261.svg"/><Relationship Id="rId114" Type="http://schemas.openxmlformats.org/officeDocument/2006/relationships/image" Target="../media/image326.png"/><Relationship Id="rId60" Type="http://schemas.openxmlformats.org/officeDocument/2006/relationships/image" Target="../media/image272.png"/><Relationship Id="rId81" Type="http://schemas.openxmlformats.org/officeDocument/2006/relationships/image" Target="../media/image293.svg"/><Relationship Id="rId135" Type="http://schemas.openxmlformats.org/officeDocument/2006/relationships/image" Target="../media/image347.svg"/><Relationship Id="rId156" Type="http://schemas.openxmlformats.org/officeDocument/2006/relationships/image" Target="../media/image368.png"/><Relationship Id="rId177" Type="http://schemas.openxmlformats.org/officeDocument/2006/relationships/image" Target="../media/image389.svg"/><Relationship Id="rId198" Type="http://schemas.openxmlformats.org/officeDocument/2006/relationships/image" Target="../media/image410.png"/><Relationship Id="rId18" Type="http://schemas.openxmlformats.org/officeDocument/2006/relationships/image" Target="../media/image230.png"/><Relationship Id="rId39" Type="http://schemas.openxmlformats.org/officeDocument/2006/relationships/image" Target="../media/image251.svg"/><Relationship Id="rId50" Type="http://schemas.openxmlformats.org/officeDocument/2006/relationships/image" Target="../media/image262.png"/><Relationship Id="rId104" Type="http://schemas.openxmlformats.org/officeDocument/2006/relationships/image" Target="../media/image316.png"/><Relationship Id="rId125" Type="http://schemas.openxmlformats.org/officeDocument/2006/relationships/image" Target="../media/image337.svg"/><Relationship Id="rId146" Type="http://schemas.openxmlformats.org/officeDocument/2006/relationships/image" Target="../media/image358.png"/><Relationship Id="rId167" Type="http://schemas.openxmlformats.org/officeDocument/2006/relationships/image" Target="../media/image379.svg"/><Relationship Id="rId188" Type="http://schemas.openxmlformats.org/officeDocument/2006/relationships/image" Target="../media/image40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6.svg"/><Relationship Id="rId21" Type="http://schemas.openxmlformats.org/officeDocument/2006/relationships/image" Target="../media/image430.png"/><Relationship Id="rId42" Type="http://schemas.openxmlformats.org/officeDocument/2006/relationships/image" Target="../media/image451.svg"/><Relationship Id="rId63" Type="http://schemas.openxmlformats.org/officeDocument/2006/relationships/image" Target="../media/image472.png"/><Relationship Id="rId84" Type="http://schemas.openxmlformats.org/officeDocument/2006/relationships/image" Target="../media/image493.png"/><Relationship Id="rId138" Type="http://schemas.openxmlformats.org/officeDocument/2006/relationships/image" Target="../media/image547.png"/><Relationship Id="rId159" Type="http://schemas.openxmlformats.org/officeDocument/2006/relationships/image" Target="../media/image568.svg"/><Relationship Id="rId170" Type="http://schemas.openxmlformats.org/officeDocument/2006/relationships/image" Target="../media/image156.png"/><Relationship Id="rId107" Type="http://schemas.openxmlformats.org/officeDocument/2006/relationships/image" Target="../media/image516.svg"/><Relationship Id="rId11" Type="http://schemas.openxmlformats.org/officeDocument/2006/relationships/image" Target="../media/image420.png"/><Relationship Id="rId32" Type="http://schemas.openxmlformats.org/officeDocument/2006/relationships/image" Target="../media/image441.svg"/><Relationship Id="rId53" Type="http://schemas.openxmlformats.org/officeDocument/2006/relationships/image" Target="../media/image462.png"/><Relationship Id="rId74" Type="http://schemas.openxmlformats.org/officeDocument/2006/relationships/image" Target="../media/image483.png"/><Relationship Id="rId128" Type="http://schemas.openxmlformats.org/officeDocument/2006/relationships/image" Target="../media/image537.png"/><Relationship Id="rId149" Type="http://schemas.openxmlformats.org/officeDocument/2006/relationships/image" Target="../media/image558.svg"/><Relationship Id="rId5" Type="http://schemas.openxmlformats.org/officeDocument/2006/relationships/image" Target="../media/image414.png"/><Relationship Id="rId95" Type="http://schemas.openxmlformats.org/officeDocument/2006/relationships/image" Target="../media/image504.svg"/><Relationship Id="rId160" Type="http://schemas.openxmlformats.org/officeDocument/2006/relationships/image" Target="../media/image146.png"/><Relationship Id="rId181" Type="http://schemas.openxmlformats.org/officeDocument/2006/relationships/image" Target="../media/image578.svg"/><Relationship Id="rId22" Type="http://schemas.openxmlformats.org/officeDocument/2006/relationships/image" Target="../media/image431.svg"/><Relationship Id="rId43" Type="http://schemas.openxmlformats.org/officeDocument/2006/relationships/image" Target="../media/image452.png"/><Relationship Id="rId64" Type="http://schemas.openxmlformats.org/officeDocument/2006/relationships/image" Target="../media/image473.svg"/><Relationship Id="rId118" Type="http://schemas.openxmlformats.org/officeDocument/2006/relationships/image" Target="../media/image527.png"/><Relationship Id="rId139" Type="http://schemas.openxmlformats.org/officeDocument/2006/relationships/image" Target="../media/image548.svg"/><Relationship Id="rId85" Type="http://schemas.openxmlformats.org/officeDocument/2006/relationships/image" Target="../media/image494.svg"/><Relationship Id="rId150" Type="http://schemas.openxmlformats.org/officeDocument/2006/relationships/image" Target="../media/image559.png"/><Relationship Id="rId171" Type="http://schemas.openxmlformats.org/officeDocument/2006/relationships/image" Target="../media/image157.svg"/><Relationship Id="rId12" Type="http://schemas.openxmlformats.org/officeDocument/2006/relationships/image" Target="../media/image421.svg"/><Relationship Id="rId33" Type="http://schemas.openxmlformats.org/officeDocument/2006/relationships/image" Target="../media/image442.png"/><Relationship Id="rId108" Type="http://schemas.openxmlformats.org/officeDocument/2006/relationships/image" Target="../media/image517.png"/><Relationship Id="rId129" Type="http://schemas.openxmlformats.org/officeDocument/2006/relationships/image" Target="../media/image538.svg"/><Relationship Id="rId54" Type="http://schemas.openxmlformats.org/officeDocument/2006/relationships/image" Target="../media/image463.svg"/><Relationship Id="rId75" Type="http://schemas.openxmlformats.org/officeDocument/2006/relationships/image" Target="../media/image484.png"/><Relationship Id="rId96" Type="http://schemas.openxmlformats.org/officeDocument/2006/relationships/image" Target="../media/image505.png"/><Relationship Id="rId140" Type="http://schemas.openxmlformats.org/officeDocument/2006/relationships/image" Target="../media/image549.png"/><Relationship Id="rId161" Type="http://schemas.openxmlformats.org/officeDocument/2006/relationships/image" Target="../media/image147.svg"/><Relationship Id="rId182" Type="http://schemas.openxmlformats.org/officeDocument/2006/relationships/image" Target="../media/image579.png"/><Relationship Id="rId6" Type="http://schemas.openxmlformats.org/officeDocument/2006/relationships/image" Target="../media/image415.svg"/><Relationship Id="rId23" Type="http://schemas.openxmlformats.org/officeDocument/2006/relationships/image" Target="../media/image432.png"/><Relationship Id="rId119" Type="http://schemas.openxmlformats.org/officeDocument/2006/relationships/image" Target="../media/image528.svg"/><Relationship Id="rId44" Type="http://schemas.openxmlformats.org/officeDocument/2006/relationships/image" Target="../media/image453.svg"/><Relationship Id="rId65" Type="http://schemas.openxmlformats.org/officeDocument/2006/relationships/image" Target="../media/image474.png"/><Relationship Id="rId86" Type="http://schemas.openxmlformats.org/officeDocument/2006/relationships/image" Target="../media/image495.png"/><Relationship Id="rId130" Type="http://schemas.openxmlformats.org/officeDocument/2006/relationships/image" Target="../media/image539.png"/><Relationship Id="rId151" Type="http://schemas.openxmlformats.org/officeDocument/2006/relationships/image" Target="../media/image560.svg"/><Relationship Id="rId172" Type="http://schemas.openxmlformats.org/officeDocument/2006/relationships/image" Target="../media/image569.png"/><Relationship Id="rId13" Type="http://schemas.openxmlformats.org/officeDocument/2006/relationships/image" Target="../media/image422.png"/><Relationship Id="rId18" Type="http://schemas.openxmlformats.org/officeDocument/2006/relationships/image" Target="../media/image427.svg"/><Relationship Id="rId39" Type="http://schemas.openxmlformats.org/officeDocument/2006/relationships/image" Target="../media/image448.png"/><Relationship Id="rId109" Type="http://schemas.openxmlformats.org/officeDocument/2006/relationships/image" Target="../media/image518.svg"/><Relationship Id="rId34" Type="http://schemas.openxmlformats.org/officeDocument/2006/relationships/image" Target="../media/image443.svg"/><Relationship Id="rId50" Type="http://schemas.openxmlformats.org/officeDocument/2006/relationships/image" Target="../media/image459.svg"/><Relationship Id="rId55" Type="http://schemas.openxmlformats.org/officeDocument/2006/relationships/image" Target="../media/image464.png"/><Relationship Id="rId76" Type="http://schemas.openxmlformats.org/officeDocument/2006/relationships/image" Target="../media/image485.png"/><Relationship Id="rId97" Type="http://schemas.openxmlformats.org/officeDocument/2006/relationships/image" Target="../media/image506.svg"/><Relationship Id="rId104" Type="http://schemas.openxmlformats.org/officeDocument/2006/relationships/image" Target="../media/image513.png"/><Relationship Id="rId120" Type="http://schemas.openxmlformats.org/officeDocument/2006/relationships/image" Target="../media/image529.png"/><Relationship Id="rId125" Type="http://schemas.openxmlformats.org/officeDocument/2006/relationships/image" Target="../media/image534.svg"/><Relationship Id="rId141" Type="http://schemas.openxmlformats.org/officeDocument/2006/relationships/image" Target="../media/image550.svg"/><Relationship Id="rId146" Type="http://schemas.openxmlformats.org/officeDocument/2006/relationships/image" Target="../media/image555.png"/><Relationship Id="rId167" Type="http://schemas.openxmlformats.org/officeDocument/2006/relationships/image" Target="../media/image153.svg"/><Relationship Id="rId7" Type="http://schemas.openxmlformats.org/officeDocument/2006/relationships/image" Target="../media/image416.png"/><Relationship Id="rId71" Type="http://schemas.openxmlformats.org/officeDocument/2006/relationships/image" Target="../media/image480.png"/><Relationship Id="rId92" Type="http://schemas.openxmlformats.org/officeDocument/2006/relationships/image" Target="../media/image501.png"/><Relationship Id="rId162" Type="http://schemas.openxmlformats.org/officeDocument/2006/relationships/image" Target="../media/image148.png"/><Relationship Id="rId183" Type="http://schemas.openxmlformats.org/officeDocument/2006/relationships/image" Target="../media/image580.sv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438.png"/><Relationship Id="rId24" Type="http://schemas.openxmlformats.org/officeDocument/2006/relationships/image" Target="../media/image433.svg"/><Relationship Id="rId40" Type="http://schemas.openxmlformats.org/officeDocument/2006/relationships/image" Target="../media/image449.svg"/><Relationship Id="rId45" Type="http://schemas.openxmlformats.org/officeDocument/2006/relationships/image" Target="../media/image454.png"/><Relationship Id="rId66" Type="http://schemas.openxmlformats.org/officeDocument/2006/relationships/image" Target="../media/image475.svg"/><Relationship Id="rId87" Type="http://schemas.openxmlformats.org/officeDocument/2006/relationships/image" Target="../media/image496.svg"/><Relationship Id="rId110" Type="http://schemas.openxmlformats.org/officeDocument/2006/relationships/image" Target="../media/image519.png"/><Relationship Id="rId115" Type="http://schemas.openxmlformats.org/officeDocument/2006/relationships/image" Target="../media/image524.svg"/><Relationship Id="rId131" Type="http://schemas.openxmlformats.org/officeDocument/2006/relationships/image" Target="../media/image540.svg"/><Relationship Id="rId136" Type="http://schemas.openxmlformats.org/officeDocument/2006/relationships/image" Target="../media/image545.png"/><Relationship Id="rId157" Type="http://schemas.openxmlformats.org/officeDocument/2006/relationships/image" Target="../media/image566.svg"/><Relationship Id="rId178" Type="http://schemas.openxmlformats.org/officeDocument/2006/relationships/image" Target="../media/image575.png"/><Relationship Id="rId61" Type="http://schemas.openxmlformats.org/officeDocument/2006/relationships/image" Target="../media/image470.png"/><Relationship Id="rId82" Type="http://schemas.openxmlformats.org/officeDocument/2006/relationships/image" Target="../media/image491.png"/><Relationship Id="rId152" Type="http://schemas.openxmlformats.org/officeDocument/2006/relationships/image" Target="../media/image561.png"/><Relationship Id="rId173" Type="http://schemas.openxmlformats.org/officeDocument/2006/relationships/image" Target="../media/image570.svg"/><Relationship Id="rId19" Type="http://schemas.openxmlformats.org/officeDocument/2006/relationships/image" Target="../media/image428.png"/><Relationship Id="rId14" Type="http://schemas.openxmlformats.org/officeDocument/2006/relationships/image" Target="../media/image423.svg"/><Relationship Id="rId30" Type="http://schemas.openxmlformats.org/officeDocument/2006/relationships/image" Target="../media/image439.svg"/><Relationship Id="rId35" Type="http://schemas.openxmlformats.org/officeDocument/2006/relationships/image" Target="../media/image444.png"/><Relationship Id="rId56" Type="http://schemas.openxmlformats.org/officeDocument/2006/relationships/image" Target="../media/image465.svg"/><Relationship Id="rId77" Type="http://schemas.openxmlformats.org/officeDocument/2006/relationships/image" Target="../media/image486.svg"/><Relationship Id="rId100" Type="http://schemas.openxmlformats.org/officeDocument/2006/relationships/image" Target="../media/image509.png"/><Relationship Id="rId105" Type="http://schemas.openxmlformats.org/officeDocument/2006/relationships/image" Target="../media/image514.svg"/><Relationship Id="rId126" Type="http://schemas.openxmlformats.org/officeDocument/2006/relationships/image" Target="../media/image535.png"/><Relationship Id="rId147" Type="http://schemas.openxmlformats.org/officeDocument/2006/relationships/image" Target="../media/image556.svg"/><Relationship Id="rId168" Type="http://schemas.openxmlformats.org/officeDocument/2006/relationships/image" Target="../media/image154.png"/><Relationship Id="rId8" Type="http://schemas.openxmlformats.org/officeDocument/2006/relationships/image" Target="../media/image417.svg"/><Relationship Id="rId51" Type="http://schemas.openxmlformats.org/officeDocument/2006/relationships/image" Target="../media/image460.png"/><Relationship Id="rId72" Type="http://schemas.openxmlformats.org/officeDocument/2006/relationships/image" Target="../media/image481.png"/><Relationship Id="rId93" Type="http://schemas.openxmlformats.org/officeDocument/2006/relationships/image" Target="../media/image502.svg"/><Relationship Id="rId98" Type="http://schemas.openxmlformats.org/officeDocument/2006/relationships/image" Target="../media/image507.png"/><Relationship Id="rId121" Type="http://schemas.openxmlformats.org/officeDocument/2006/relationships/image" Target="../media/image530.svg"/><Relationship Id="rId142" Type="http://schemas.openxmlformats.org/officeDocument/2006/relationships/image" Target="../media/image551.png"/><Relationship Id="rId163" Type="http://schemas.openxmlformats.org/officeDocument/2006/relationships/image" Target="../media/image149.svg"/><Relationship Id="rId184" Type="http://schemas.openxmlformats.org/officeDocument/2006/relationships/image" Target="../media/image581.png"/><Relationship Id="rId3" Type="http://schemas.openxmlformats.org/officeDocument/2006/relationships/image" Target="../media/image412.png"/><Relationship Id="rId25" Type="http://schemas.openxmlformats.org/officeDocument/2006/relationships/image" Target="../media/image434.png"/><Relationship Id="rId46" Type="http://schemas.openxmlformats.org/officeDocument/2006/relationships/image" Target="../media/image455.svg"/><Relationship Id="rId67" Type="http://schemas.openxmlformats.org/officeDocument/2006/relationships/image" Target="../media/image476.png"/><Relationship Id="rId116" Type="http://schemas.openxmlformats.org/officeDocument/2006/relationships/image" Target="../media/image525.png"/><Relationship Id="rId137" Type="http://schemas.openxmlformats.org/officeDocument/2006/relationships/image" Target="../media/image546.svg"/><Relationship Id="rId158" Type="http://schemas.openxmlformats.org/officeDocument/2006/relationships/image" Target="../media/image567.png"/><Relationship Id="rId20" Type="http://schemas.openxmlformats.org/officeDocument/2006/relationships/image" Target="../media/image429.svg"/><Relationship Id="rId41" Type="http://schemas.openxmlformats.org/officeDocument/2006/relationships/image" Target="../media/image450.png"/><Relationship Id="rId62" Type="http://schemas.openxmlformats.org/officeDocument/2006/relationships/image" Target="../media/image471.svg"/><Relationship Id="rId83" Type="http://schemas.openxmlformats.org/officeDocument/2006/relationships/image" Target="../media/image492.svg"/><Relationship Id="rId88" Type="http://schemas.openxmlformats.org/officeDocument/2006/relationships/image" Target="../media/image497.png"/><Relationship Id="rId111" Type="http://schemas.openxmlformats.org/officeDocument/2006/relationships/image" Target="../media/image520.svg"/><Relationship Id="rId132" Type="http://schemas.openxmlformats.org/officeDocument/2006/relationships/image" Target="../media/image541.png"/><Relationship Id="rId153" Type="http://schemas.openxmlformats.org/officeDocument/2006/relationships/image" Target="../media/image562.svg"/><Relationship Id="rId174" Type="http://schemas.openxmlformats.org/officeDocument/2006/relationships/image" Target="../media/image571.png"/><Relationship Id="rId179" Type="http://schemas.openxmlformats.org/officeDocument/2006/relationships/image" Target="../media/image576.svg"/><Relationship Id="rId15" Type="http://schemas.openxmlformats.org/officeDocument/2006/relationships/image" Target="../media/image424.png"/><Relationship Id="rId36" Type="http://schemas.openxmlformats.org/officeDocument/2006/relationships/image" Target="../media/image445.svg"/><Relationship Id="rId57" Type="http://schemas.openxmlformats.org/officeDocument/2006/relationships/image" Target="../media/image466.png"/><Relationship Id="rId106" Type="http://schemas.openxmlformats.org/officeDocument/2006/relationships/image" Target="../media/image515.png"/><Relationship Id="rId127" Type="http://schemas.openxmlformats.org/officeDocument/2006/relationships/image" Target="../media/image536.svg"/><Relationship Id="rId10" Type="http://schemas.openxmlformats.org/officeDocument/2006/relationships/image" Target="../media/image419.svg"/><Relationship Id="rId31" Type="http://schemas.openxmlformats.org/officeDocument/2006/relationships/image" Target="../media/image440.png"/><Relationship Id="rId52" Type="http://schemas.openxmlformats.org/officeDocument/2006/relationships/image" Target="../media/image461.svg"/><Relationship Id="rId73" Type="http://schemas.openxmlformats.org/officeDocument/2006/relationships/image" Target="../media/image482.png"/><Relationship Id="rId78" Type="http://schemas.openxmlformats.org/officeDocument/2006/relationships/image" Target="../media/image487.png"/><Relationship Id="rId94" Type="http://schemas.openxmlformats.org/officeDocument/2006/relationships/image" Target="../media/image503.png"/><Relationship Id="rId99" Type="http://schemas.openxmlformats.org/officeDocument/2006/relationships/image" Target="../media/image508.svg"/><Relationship Id="rId101" Type="http://schemas.openxmlformats.org/officeDocument/2006/relationships/image" Target="../media/image510.svg"/><Relationship Id="rId122" Type="http://schemas.openxmlformats.org/officeDocument/2006/relationships/image" Target="../media/image531.png"/><Relationship Id="rId143" Type="http://schemas.openxmlformats.org/officeDocument/2006/relationships/image" Target="../media/image552.svg"/><Relationship Id="rId148" Type="http://schemas.openxmlformats.org/officeDocument/2006/relationships/image" Target="../media/image557.png"/><Relationship Id="rId164" Type="http://schemas.openxmlformats.org/officeDocument/2006/relationships/image" Target="../media/image150.png"/><Relationship Id="rId169" Type="http://schemas.openxmlformats.org/officeDocument/2006/relationships/image" Target="../media/image155.svg"/><Relationship Id="rId185" Type="http://schemas.openxmlformats.org/officeDocument/2006/relationships/image" Target="../media/image582.svg"/><Relationship Id="rId4" Type="http://schemas.openxmlformats.org/officeDocument/2006/relationships/image" Target="../media/image413.svg"/><Relationship Id="rId9" Type="http://schemas.openxmlformats.org/officeDocument/2006/relationships/image" Target="../media/image418.png"/><Relationship Id="rId180" Type="http://schemas.openxmlformats.org/officeDocument/2006/relationships/image" Target="../media/image577.png"/><Relationship Id="rId26" Type="http://schemas.openxmlformats.org/officeDocument/2006/relationships/image" Target="../media/image435.svg"/><Relationship Id="rId47" Type="http://schemas.openxmlformats.org/officeDocument/2006/relationships/image" Target="../media/image456.png"/><Relationship Id="rId68" Type="http://schemas.openxmlformats.org/officeDocument/2006/relationships/image" Target="../media/image477.svg"/><Relationship Id="rId89" Type="http://schemas.openxmlformats.org/officeDocument/2006/relationships/image" Target="../media/image498.svg"/><Relationship Id="rId112" Type="http://schemas.openxmlformats.org/officeDocument/2006/relationships/image" Target="../media/image521.png"/><Relationship Id="rId133" Type="http://schemas.openxmlformats.org/officeDocument/2006/relationships/image" Target="../media/image542.svg"/><Relationship Id="rId154" Type="http://schemas.openxmlformats.org/officeDocument/2006/relationships/image" Target="../media/image563.png"/><Relationship Id="rId175" Type="http://schemas.openxmlformats.org/officeDocument/2006/relationships/image" Target="../media/image572.svg"/><Relationship Id="rId16" Type="http://schemas.openxmlformats.org/officeDocument/2006/relationships/image" Target="../media/image425.svg"/><Relationship Id="rId37" Type="http://schemas.openxmlformats.org/officeDocument/2006/relationships/image" Target="../media/image446.png"/><Relationship Id="rId58" Type="http://schemas.openxmlformats.org/officeDocument/2006/relationships/image" Target="../media/image467.svg"/><Relationship Id="rId79" Type="http://schemas.openxmlformats.org/officeDocument/2006/relationships/image" Target="../media/image488.svg"/><Relationship Id="rId102" Type="http://schemas.openxmlformats.org/officeDocument/2006/relationships/image" Target="../media/image511.png"/><Relationship Id="rId123" Type="http://schemas.openxmlformats.org/officeDocument/2006/relationships/image" Target="../media/image532.svg"/><Relationship Id="rId144" Type="http://schemas.openxmlformats.org/officeDocument/2006/relationships/image" Target="../media/image553.png"/><Relationship Id="rId90" Type="http://schemas.openxmlformats.org/officeDocument/2006/relationships/image" Target="../media/image499.png"/><Relationship Id="rId165" Type="http://schemas.openxmlformats.org/officeDocument/2006/relationships/image" Target="../media/image151.svg"/><Relationship Id="rId186" Type="http://schemas.openxmlformats.org/officeDocument/2006/relationships/image" Target="../media/image583.png"/><Relationship Id="rId27" Type="http://schemas.openxmlformats.org/officeDocument/2006/relationships/image" Target="../media/image436.png"/><Relationship Id="rId48" Type="http://schemas.openxmlformats.org/officeDocument/2006/relationships/image" Target="../media/image457.svg"/><Relationship Id="rId69" Type="http://schemas.openxmlformats.org/officeDocument/2006/relationships/image" Target="../media/image478.png"/><Relationship Id="rId113" Type="http://schemas.openxmlformats.org/officeDocument/2006/relationships/image" Target="../media/image522.svg"/><Relationship Id="rId134" Type="http://schemas.openxmlformats.org/officeDocument/2006/relationships/image" Target="../media/image543.png"/><Relationship Id="rId80" Type="http://schemas.openxmlformats.org/officeDocument/2006/relationships/image" Target="../media/image489.png"/><Relationship Id="rId155" Type="http://schemas.openxmlformats.org/officeDocument/2006/relationships/image" Target="../media/image564.svg"/><Relationship Id="rId176" Type="http://schemas.openxmlformats.org/officeDocument/2006/relationships/image" Target="../media/image573.png"/><Relationship Id="rId17" Type="http://schemas.openxmlformats.org/officeDocument/2006/relationships/image" Target="../media/image426.png"/><Relationship Id="rId38" Type="http://schemas.openxmlformats.org/officeDocument/2006/relationships/image" Target="../media/image447.svg"/><Relationship Id="rId59" Type="http://schemas.openxmlformats.org/officeDocument/2006/relationships/image" Target="../media/image468.png"/><Relationship Id="rId103" Type="http://schemas.openxmlformats.org/officeDocument/2006/relationships/image" Target="../media/image512.svg"/><Relationship Id="rId124" Type="http://schemas.openxmlformats.org/officeDocument/2006/relationships/image" Target="../media/image533.png"/><Relationship Id="rId70" Type="http://schemas.openxmlformats.org/officeDocument/2006/relationships/image" Target="../media/image479.svg"/><Relationship Id="rId91" Type="http://schemas.openxmlformats.org/officeDocument/2006/relationships/image" Target="../media/image500.svg"/><Relationship Id="rId145" Type="http://schemas.openxmlformats.org/officeDocument/2006/relationships/image" Target="../media/image554.svg"/><Relationship Id="rId166" Type="http://schemas.openxmlformats.org/officeDocument/2006/relationships/image" Target="../media/image152.png"/><Relationship Id="rId187" Type="http://schemas.openxmlformats.org/officeDocument/2006/relationships/image" Target="../media/image584.svg"/><Relationship Id="rId1" Type="http://schemas.openxmlformats.org/officeDocument/2006/relationships/slideLayout" Target="../slideLayouts/slideLayout34.xml"/><Relationship Id="rId28" Type="http://schemas.openxmlformats.org/officeDocument/2006/relationships/image" Target="../media/image437.svg"/><Relationship Id="rId49" Type="http://schemas.openxmlformats.org/officeDocument/2006/relationships/image" Target="../media/image458.png"/><Relationship Id="rId114" Type="http://schemas.openxmlformats.org/officeDocument/2006/relationships/image" Target="../media/image523.png"/><Relationship Id="rId60" Type="http://schemas.openxmlformats.org/officeDocument/2006/relationships/image" Target="../media/image469.svg"/><Relationship Id="rId81" Type="http://schemas.openxmlformats.org/officeDocument/2006/relationships/image" Target="../media/image490.svg"/><Relationship Id="rId135" Type="http://schemas.openxmlformats.org/officeDocument/2006/relationships/image" Target="../media/image544.svg"/><Relationship Id="rId156" Type="http://schemas.openxmlformats.org/officeDocument/2006/relationships/image" Target="../media/image565.png"/><Relationship Id="rId177" Type="http://schemas.openxmlformats.org/officeDocument/2006/relationships/image" Target="../media/image57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7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9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jpeg"/><Relationship Id="rId2" Type="http://schemas.openxmlformats.org/officeDocument/2006/relationships/hyperlink" Target="http://www.intermountainhealth.com/" TargetMode="Externa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9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3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5.sv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7.jpeg"/><Relationship Id="rId2" Type="http://schemas.openxmlformats.org/officeDocument/2006/relationships/image" Target="../media/image596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9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jpeg"/><Relationship Id="rId2" Type="http://schemas.openxmlformats.org/officeDocument/2006/relationships/image" Target="../media/image599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2.png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3.png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5.svg"/><Relationship Id="rId7" Type="http://schemas.openxmlformats.org/officeDocument/2006/relationships/image" Target="../media/image609.svg"/><Relationship Id="rId2" Type="http://schemas.openxmlformats.org/officeDocument/2006/relationships/image" Target="../media/image604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08.png"/><Relationship Id="rId5" Type="http://schemas.openxmlformats.org/officeDocument/2006/relationships/image" Target="../media/image607.svg"/><Relationship Id="rId4" Type="http://schemas.openxmlformats.org/officeDocument/2006/relationships/image" Target="../media/image60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svg"/><Relationship Id="rId7" Type="http://schemas.openxmlformats.org/officeDocument/2006/relationships/image" Target="../media/image615.sv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14.png"/><Relationship Id="rId5" Type="http://schemas.openxmlformats.org/officeDocument/2006/relationships/image" Target="../media/image613.svg"/><Relationship Id="rId4" Type="http://schemas.openxmlformats.org/officeDocument/2006/relationships/image" Target="../media/image61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6.jpeg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7.jpeg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69EB-2D75-942F-1FE6-F814822BA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1491239"/>
            <a:ext cx="4080828" cy="1241823"/>
          </a:xfrm>
        </p:spPr>
        <p:txBody>
          <a:bodyPr/>
          <a:lstStyle/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11">
            <a:extLst>
              <a:ext uri="{FF2B5EF4-FFF2-40B4-BE49-F238E27FC236}">
                <a16:creationId xmlns:a16="http://schemas.microsoft.com/office/drawing/2014/main" id="{7EDE6D9F-0BD1-1C3E-7464-392758114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12" y="2978009"/>
            <a:ext cx="4002451" cy="1482866"/>
          </a:xfrm>
        </p:spPr>
        <p:txBody>
          <a:bodyPr/>
          <a:lstStyle/>
          <a:p>
            <a:r>
              <a:rPr lang="en-US" dirty="0"/>
              <a:t>Event Title</a:t>
            </a:r>
          </a:p>
          <a:p>
            <a:r>
              <a:rPr lang="en-US" dirty="0"/>
              <a:t>Date</a:t>
            </a:r>
          </a:p>
          <a:p>
            <a:endParaRPr lang="en-US" dirty="0"/>
          </a:p>
          <a:p>
            <a:r>
              <a:rPr lang="en-US" dirty="0"/>
              <a:t>Presenter’s Name and Credentials</a:t>
            </a:r>
          </a:p>
          <a:p>
            <a:r>
              <a:rPr lang="en-US" dirty="0"/>
              <a:t>Presenter’s 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5B18E5B-78E8-44CE-911C-C017FEE7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212" y="4623512"/>
            <a:ext cx="3086100" cy="107722"/>
          </a:xfrm>
        </p:spPr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</p:spTree>
    <p:extLst>
      <p:ext uri="{BB962C8B-B14F-4D97-AF65-F5344CB8AC3E}">
        <p14:creationId xmlns:p14="http://schemas.microsoft.com/office/powerpoint/2010/main" val="89666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ADFD-6E47-F52B-25C7-889036710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6E1F230C-5CBC-4D0D-0439-D5148DC0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12" y="2978009"/>
            <a:ext cx="4002451" cy="1482866"/>
          </a:xfrm>
        </p:spPr>
        <p:txBody>
          <a:bodyPr/>
          <a:lstStyle/>
          <a:p>
            <a:r>
              <a:rPr lang="en-US" dirty="0"/>
              <a:t>Event Title</a:t>
            </a:r>
          </a:p>
          <a:p>
            <a:r>
              <a:rPr lang="en-US" dirty="0"/>
              <a:t>Date</a:t>
            </a:r>
          </a:p>
          <a:p>
            <a:endParaRPr lang="en-US" dirty="0"/>
          </a:p>
          <a:p>
            <a:r>
              <a:rPr lang="en-US" dirty="0"/>
              <a:t>Presenter’s Name and Credentials</a:t>
            </a:r>
          </a:p>
          <a:p>
            <a:r>
              <a:rPr lang="en-US" dirty="0"/>
              <a:t>Presenter’s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6F85F-86F8-A6E8-8527-4C024310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</p:spTree>
    <p:extLst>
      <p:ext uri="{BB962C8B-B14F-4D97-AF65-F5344CB8AC3E}">
        <p14:creationId xmlns:p14="http://schemas.microsoft.com/office/powerpoint/2010/main" val="356647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8B99-0DFC-9868-7771-CDBCCF2C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34829"/>
            <a:ext cx="6726767" cy="2139553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Image Libraries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4F43F-BFF7-1972-C756-50F0EF2D4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3374282"/>
            <a:ext cx="8294688" cy="770428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this link </a:t>
            </a:r>
            <a:r>
              <a:rPr lang="en-US" dirty="0"/>
              <a:t>to get images for your presentation or </a:t>
            </a:r>
            <a:r>
              <a:rPr lang="en-US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in Pica9</a:t>
            </a:r>
            <a:r>
              <a:rPr lang="en-US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C18EC-0E87-D6D9-0A3E-3069CD3F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7777C-D0F1-0FA3-66B4-A662C563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9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8A2B-FA54-BFAA-9FDC-654370CE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Icon Library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4B2516-A8BE-3C59-2248-997CDE681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963" y="1108391"/>
            <a:ext cx="428625" cy="4286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269FC66-0D8C-6492-761C-747FAD1D6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039" y="1108391"/>
            <a:ext cx="428625" cy="4286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4E66B1-3445-FFE9-7324-789037A0AF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1115" y="1108391"/>
            <a:ext cx="428625" cy="4286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C970731-1287-95A9-6DC3-74009D3265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28191" y="1108391"/>
            <a:ext cx="428625" cy="4286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6546D9A-83DC-6FD3-CA52-08F0068E40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15267" y="1108391"/>
            <a:ext cx="428625" cy="4286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4D404E1-AE76-F5C1-9BCF-811CC7E6CF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02343" y="1108391"/>
            <a:ext cx="428625" cy="42862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4E12C9A-7A8A-9754-5F1C-11E66E2176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76495" y="1108391"/>
            <a:ext cx="428625" cy="42862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AF488D4-5122-7BA1-D255-30CDE46E3E7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89419" y="1108391"/>
            <a:ext cx="428625" cy="42862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B05F759-F97A-0BC3-1624-5FC947C756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63571" y="1108391"/>
            <a:ext cx="428625" cy="428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92CA5D9-D921-7720-9AF0-23F163C3783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50647" y="1108391"/>
            <a:ext cx="428625" cy="4286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AEADB9F-A7EF-2ADE-1AA4-51469C2A4F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37723" y="1108391"/>
            <a:ext cx="428625" cy="4286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B61862D-0FB6-23CC-7F1D-B5C03CDC79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24799" y="1108391"/>
            <a:ext cx="428625" cy="42862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ABA4F79B-E2A4-E313-147F-1799BD27C9C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11875" y="1108391"/>
            <a:ext cx="428625" cy="42862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F3B85965-B2B3-AF7D-F80D-353EA0952C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998951" y="1108391"/>
            <a:ext cx="428625" cy="42862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EE0BF97F-3085-4B4F-A6CF-E8C8C1C5C49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66963" y="1652146"/>
            <a:ext cx="428625" cy="428625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04FB7C76-0CEF-F716-681F-5A9B80C86A2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54039" y="1652146"/>
            <a:ext cx="428625" cy="42862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2D0C5044-46EE-05D4-3BEE-E0FCB0500F4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541115" y="1652146"/>
            <a:ext cx="428625" cy="42862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28B9B9F-B7EA-7EC0-6D1D-AE971AB7074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28191" y="1652146"/>
            <a:ext cx="428625" cy="42862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A0B86E8-A6D0-22EA-CB31-2B910B843E5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313550" y="1652146"/>
            <a:ext cx="428625" cy="42862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04631DAD-A9C3-B03E-F48E-B675F3D7978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715267" y="1652146"/>
            <a:ext cx="428625" cy="428625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F8C4BC9-BBC1-4E2F-113E-BE4326B9473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448952" y="1652146"/>
            <a:ext cx="428625" cy="428625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99AD859B-0C28-F1AF-ACDF-83B77BCB543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920055" y="1652146"/>
            <a:ext cx="428625" cy="428625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14E5B2FB-5C0D-7F13-65B4-D33BD71EE82A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097428" y="1652146"/>
            <a:ext cx="428625" cy="4286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64BF2816-0937-0EF4-E0BB-FECA4BC678E0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634948" y="1652146"/>
            <a:ext cx="428625" cy="428625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3488459-DE1E-9582-62FC-5620583CF5F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283424" y="1652146"/>
            <a:ext cx="428625" cy="42862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7087C3C2-0C47-21E5-626F-6ED14452F439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827892" y="1652146"/>
            <a:ext cx="428625" cy="42862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6A3838E6-F8F2-1D1F-FD2C-A08C8AC69DB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388573" y="1652146"/>
            <a:ext cx="428625" cy="428625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B0049B0A-4787-716F-F260-83B41CBA3E4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975649" y="1652146"/>
            <a:ext cx="428625" cy="428625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1CC3469C-BD59-4141-15D6-EC044829DBE0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66963" y="2184608"/>
            <a:ext cx="428625" cy="428625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E981442A-8041-63A6-9D37-39FFB498F71D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54039" y="2184608"/>
            <a:ext cx="428625" cy="428625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D57CA784-9C41-F527-04DA-AD9E21EDE82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10479" y="2184608"/>
            <a:ext cx="428625" cy="428625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EB301DE-BEFF-38BE-3C66-426A75FE7E0A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112237" y="2184608"/>
            <a:ext cx="428625" cy="428625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A5E7DD6F-A30B-D609-C054-167A4C9BDAF2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299762" y="2184608"/>
            <a:ext cx="428625" cy="42862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C9DA5AC-CBE6-FC17-E5CF-EFDEB5221970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716295" y="2184608"/>
            <a:ext cx="428625" cy="428625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15E5369-720F-3719-8AE4-A9881D64A220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20055" y="2184608"/>
            <a:ext cx="428625" cy="428625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F96D9741-7927-3EC4-BF9B-6B41FAC3D4F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4475474" y="2184608"/>
            <a:ext cx="428625" cy="428625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1BB761FC-E838-1241-EDB5-05C1262909DC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5063571" y="2184608"/>
            <a:ext cx="428625" cy="42862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A41C8E1B-D384-8EC6-2870-1F632CF1CF1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5634948" y="2184608"/>
            <a:ext cx="428625" cy="428625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F8611626-2751-3782-025B-6CE6829F55FE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6201937" y="2184608"/>
            <a:ext cx="428625" cy="428625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07CB8246-446D-A2BA-60BB-EAD81DFA3C9F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7980807" y="2184608"/>
            <a:ext cx="428625" cy="428625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0B4F9B58-AC30-E9EC-4139-180588B974FE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6796338" y="2184608"/>
            <a:ext cx="428625" cy="428625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C018094-3A52-CF4D-5C64-A3D7CCE694D3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388573" y="2184608"/>
            <a:ext cx="428625" cy="428625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994AEE0D-41F4-6C29-5E11-BC4F9BAB5173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366963" y="2721296"/>
            <a:ext cx="428625" cy="42862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BB4CE398-83A2-2F50-3CA4-14FE6555BE50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954039" y="2721296"/>
            <a:ext cx="428625" cy="428625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EF739356-CB5E-914C-A603-144BADA5DB4B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2128191" y="2721296"/>
            <a:ext cx="428625" cy="428625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51C1A4C3-7FEB-CF96-3702-55AFD3ADD4F6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1541115" y="2721296"/>
            <a:ext cx="428625" cy="428625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27BABAE1-0DD1-C1DF-2B64-183F091C135C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2716622" y="2721296"/>
            <a:ext cx="428625" cy="428625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B6F04C92-A05C-3998-03D5-E5ADCFDF4BDF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3299762" y="2721296"/>
            <a:ext cx="428625" cy="428625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3EE2FFA7-A11D-FE73-7154-1CA6D030DC3A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3920055" y="2721296"/>
            <a:ext cx="428625" cy="428625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8EC373DD-EA12-85E3-3B10-6C3DD0746008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4508998" y="2721296"/>
            <a:ext cx="428625" cy="428625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F56F8546-ADA1-23E5-06FA-3064BE792988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5097428" y="2721296"/>
            <a:ext cx="428625" cy="428625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F9191EDC-61AD-8034-520E-B26F09724046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5685859" y="2721296"/>
            <a:ext cx="428625" cy="42862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C23962B3-4051-6164-76F6-D75623BD3365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6237723" y="2721296"/>
            <a:ext cx="428625" cy="428625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E9B3BD47-B8F4-862D-84FA-E3E23E6FCEB7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7388573" y="2721296"/>
            <a:ext cx="428625" cy="428625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88AA7905-ADD7-E5B4-06C0-920AE37A14C4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6824799" y="2721296"/>
            <a:ext cx="428625" cy="428625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98C354D6-2455-1528-357E-F89CEAA52273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7975649" y="2721296"/>
            <a:ext cx="428625" cy="428625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5B61148E-219E-EADC-AAD4-7A4C0BD34BAC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366963" y="3245698"/>
            <a:ext cx="428625" cy="428625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C2F4D929-64EF-6338-E596-52ED81F3A46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938983" y="3245698"/>
            <a:ext cx="428625" cy="42862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62DA0F0-540E-DD2C-6A48-35E1347D01D8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1530948" y="3230502"/>
            <a:ext cx="459019" cy="4590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36A955C-F1CD-1C79-EB7C-01BFE649CC2F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2138496" y="3230502"/>
            <a:ext cx="459019" cy="4590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DAA60B-D155-42B9-8D09-F45F5D4F3781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2684874" y="3230502"/>
            <a:ext cx="459019" cy="45901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1FF416-0B48-114D-ECC2-029BCEA057A8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3334815" y="3230502"/>
            <a:ext cx="459019" cy="4590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3E87007-2228-4F65-17F5-9EAFC2E252E0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3931563" y="3230502"/>
            <a:ext cx="459019" cy="459019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CA9E89E-789B-0B93-4155-3E6AD0450543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4496412" y="3210339"/>
            <a:ext cx="499343" cy="49934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0D4B7D0-9AEE-7BA9-2002-DD35443CBD90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5071391" y="3224266"/>
            <a:ext cx="471488" cy="47148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E9C17AE-B860-CFCB-615C-F669DD660012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5676564" y="3224266"/>
            <a:ext cx="471488" cy="47148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9D606F1C-821E-879C-7C29-89814868F8B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237723" y="3224266"/>
            <a:ext cx="471488" cy="47148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DEB7C5A-15AC-3C49-12FF-846CD5AF8654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807436" y="3224266"/>
            <a:ext cx="471488" cy="47148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55D02E3-5AE8-FE94-93AD-DAEFE47B0B2D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7377308" y="3224266"/>
            <a:ext cx="471488" cy="471488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0D07CC8-90F2-EB81-61D2-DF9575183CF0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7997678" y="3224266"/>
            <a:ext cx="471488" cy="47148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7D0C057-35B1-52C6-7DC3-780DCED9D801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372958" y="3754327"/>
            <a:ext cx="471488" cy="471488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172693B4-D56C-7A57-EE08-B62A700F5850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917551" y="3754327"/>
            <a:ext cx="471488" cy="471488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7F53DB50-FF89-3BAC-9450-E18D9B42D7B7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1529078" y="3754327"/>
            <a:ext cx="471488" cy="47148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D6DF9047-6549-0863-3699-0540184CBD46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2132260" y="3754327"/>
            <a:ext cx="471488" cy="47148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68EABF4-F66A-874B-64ED-A304B665CC79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2735443" y="3754327"/>
            <a:ext cx="471488" cy="471488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D3947357-FFF3-C8B4-B45C-48964F4F3E59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323505" y="3754327"/>
            <a:ext cx="471488" cy="471488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AD823-C650-BAD8-D0F6-FA123968B407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3912911" y="3754327"/>
            <a:ext cx="471488" cy="471488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A12F5FE8-A588-3BA1-4FD8-11F5C5AD493C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4510339" y="3754327"/>
            <a:ext cx="471488" cy="471488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437154B1-99E9-76B3-475B-B05318962E49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063571" y="3754327"/>
            <a:ext cx="471488" cy="471488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27141F7A-4517-3F87-0D81-69681530A5BD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5673598" y="3754327"/>
            <a:ext cx="471488" cy="471488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93E1FF1E-B77E-5733-CC11-2DAF8701BF4E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6234805" y="3754327"/>
            <a:ext cx="471488" cy="471488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88E0B4E8-42A0-84D2-3068-5AAD8CB6446B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824279" y="3754327"/>
            <a:ext cx="471488" cy="471488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A26E111E-98E5-8FC2-6CEE-7D4C9E9D14A6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7401370" y="3754327"/>
            <a:ext cx="471488" cy="471488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7EDABC72-C197-D5CB-5C02-1FB5852179F7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7997678" y="3754327"/>
            <a:ext cx="471488" cy="471488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358009E3-B29E-7209-4DE4-2BB379B7D7BD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372958" y="4342501"/>
            <a:ext cx="471488" cy="471488"/>
          </a:xfrm>
          <a:prstGeom prst="rect">
            <a:avLst/>
          </a:prstGeom>
        </p:spPr>
      </p:pic>
      <p:pic>
        <p:nvPicPr>
          <p:cNvPr id="112" name="Graphic 111">
            <a:extLst>
              <a:ext uri="{FF2B5EF4-FFF2-40B4-BE49-F238E27FC236}">
                <a16:creationId xmlns:a16="http://schemas.microsoft.com/office/drawing/2014/main" id="{19E00AD4-B14E-DD8B-CD26-C3CFCC07FB76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954039" y="4342501"/>
            <a:ext cx="471488" cy="471488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3514B395-C14C-88E5-C470-98C2241B958D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1532797" y="4342501"/>
            <a:ext cx="471488" cy="471488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B06D6493-D3C8-6A5E-DC81-6EEC540C0CB0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2132260" y="4342501"/>
            <a:ext cx="471488" cy="471488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0CEC6BFF-A3DA-0755-5B87-7DC5F4EA7535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2740145" y="4342501"/>
            <a:ext cx="471488" cy="471488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23560F5C-5002-DF6E-5187-C8D38599FB7F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3341019" y="4342501"/>
            <a:ext cx="471488" cy="471488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08CD3F0D-0298-EF15-C508-57D2B9F16DDD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3942472" y="4342501"/>
            <a:ext cx="471488" cy="471488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03BEBBDD-C119-9542-FB28-90B21C87401F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4524267" y="4342501"/>
            <a:ext cx="471488" cy="471488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45B62AFB-BEBD-CC9C-2436-E071B74A7BDD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5097428" y="4342501"/>
            <a:ext cx="471488" cy="471488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E72B93D0-438C-0FA6-F981-F360372FD6EB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5685859" y="4342501"/>
            <a:ext cx="471488" cy="471488"/>
          </a:xfrm>
          <a:prstGeom prst="rect">
            <a:avLst/>
          </a:prstGeom>
        </p:spPr>
      </p:pic>
      <p:pic>
        <p:nvPicPr>
          <p:cNvPr id="136" name="Graphic 135">
            <a:extLst>
              <a:ext uri="{FF2B5EF4-FFF2-40B4-BE49-F238E27FC236}">
                <a16:creationId xmlns:a16="http://schemas.microsoft.com/office/drawing/2014/main" id="{330A5F76-8CDE-2059-DD14-AD10C462142B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6216292" y="4342501"/>
            <a:ext cx="471488" cy="47148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758D657E-175F-B945-3EC4-2F9E510FFFB2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6832548" y="4342501"/>
            <a:ext cx="471488" cy="471488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B5645C52-1672-7BD9-6C4C-D10E3EA5F1CE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7419432" y="4342501"/>
            <a:ext cx="471488" cy="471488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7C36B076-142B-99A7-0744-E3D3B5E5AE0F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997678" y="4342501"/>
            <a:ext cx="471488" cy="47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8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15E694-90C7-3535-6708-8A00D225DCE9}"/>
              </a:ext>
            </a:extLst>
          </p:cNvPr>
          <p:cNvSpPr txBox="1">
            <a:spLocks/>
          </p:cNvSpPr>
          <p:nvPr/>
        </p:nvSpPr>
        <p:spPr>
          <a:xfrm>
            <a:off x="366963" y="345470"/>
            <a:ext cx="6858000" cy="45763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Icon Library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6B67172-960F-2CC9-E076-720C2D1DC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68" y="1074797"/>
            <a:ext cx="428625" cy="4286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6FD0698-4141-A83A-BC11-A63F90ED3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811" y="1074797"/>
            <a:ext cx="428625" cy="4286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26F9D3A-DA6F-7383-B4CD-EB6A9DBA6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1431" y="1074797"/>
            <a:ext cx="428625" cy="4286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29FF782-786C-A425-8D3E-9A52BC8ABB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63" y="1074797"/>
            <a:ext cx="428625" cy="4286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8C71AB3-8519-E829-8436-50C854CA5E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84610" y="1074797"/>
            <a:ext cx="428625" cy="42862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44DFEAB-A58D-CE7B-5670-678115B393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87955" y="1074797"/>
            <a:ext cx="428625" cy="42862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24E3ECE-D3D5-B263-D001-7DBBF199E1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48326" y="1074797"/>
            <a:ext cx="428625" cy="42862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A591A96-DF9F-39F3-888C-CAFC43DE9D2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28592" y="1074797"/>
            <a:ext cx="428625" cy="428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A95C767-D4FC-2379-782C-506C24351A3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56340" y="1053366"/>
            <a:ext cx="471488" cy="47148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756ED84-0DC6-5003-D20B-0D7858ED260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18273" y="1074797"/>
            <a:ext cx="428625" cy="4286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14AC3BC-1246-769B-4420-4429AB12DF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43132" y="1053366"/>
            <a:ext cx="471488" cy="47148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8986EB4-6355-5289-C360-7B867BB7481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06499" y="1053366"/>
            <a:ext cx="471488" cy="47148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E90BB11-D8DF-3712-D33B-2D9C520276C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086295" y="1053366"/>
            <a:ext cx="471488" cy="471488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0E9D513D-7094-1481-CC85-C8E069B47B3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72067" y="1053366"/>
            <a:ext cx="471488" cy="47148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840598B-033F-B601-369F-54E5DE752D1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158942" y="1053366"/>
            <a:ext cx="471488" cy="47148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C8D25BD8-4729-C390-1875-5F8E926B4B0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0537" y="1612112"/>
            <a:ext cx="471488" cy="47148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9EA8006-9949-E800-9B60-09807AE334F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66379" y="1612112"/>
            <a:ext cx="471488" cy="47148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0A8D5E83-CBB2-F6B1-DD5B-227DFC9E91B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00309" y="1612112"/>
            <a:ext cx="471488" cy="47148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0296D5D6-D374-8811-29C4-C0B5C8ABFAD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055195" y="1612112"/>
            <a:ext cx="471488" cy="471488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904A7CC-F195-C9DA-8EB2-903DE0425FD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559076" y="1588539"/>
            <a:ext cx="518636" cy="51863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97FF15C6-6A2B-0C57-3DFA-78900E4A34A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166523" y="1612112"/>
            <a:ext cx="471488" cy="471488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295450E8-5F4D-24B5-F927-9527CFF4F01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726895" y="1612112"/>
            <a:ext cx="471488" cy="471488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E96412A3-9200-7649-46A2-7CB776C349D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307161" y="1612112"/>
            <a:ext cx="471488" cy="47148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C04E7F71-A05D-2B28-A4BF-5A1BA8B51DE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856340" y="1612112"/>
            <a:ext cx="471488" cy="47148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BDCDE96D-FB9C-D499-129D-7027B1F5995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396842" y="1612112"/>
            <a:ext cx="471488" cy="471488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3867C534-11C8-3ACA-FF6C-170E396EF20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943132" y="1612112"/>
            <a:ext cx="471488" cy="471488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5ADB0C87-35A0-BF72-5420-C70A33437D2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506499" y="1612112"/>
            <a:ext cx="471488" cy="471488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A4F2E4A1-36C0-546A-D183-5322A855BA2F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086295" y="1612112"/>
            <a:ext cx="471488" cy="47148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88EB80A1-9E05-5881-4B0A-470E5D526C0B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04055" y="1612112"/>
            <a:ext cx="471488" cy="471488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B0346F8E-0CDD-1BFF-36F2-DB368384FA78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158942" y="1612112"/>
            <a:ext cx="471488" cy="471488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A930D8A0-5CE7-5A63-97A3-28363161031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90537" y="2205223"/>
            <a:ext cx="471488" cy="471488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853AEB06-A521-AEF1-CFFE-6D7EAB84F2A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966379" y="2205223"/>
            <a:ext cx="471488" cy="471488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BD80BD9B-16B4-7F3A-7C4A-EE04ED10CB8D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532811" y="2203435"/>
            <a:ext cx="435686" cy="435686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C777E136-00EE-76B1-26E5-0C51BBCFE3AC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079695" y="2204058"/>
            <a:ext cx="448155" cy="448155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C06AA0FE-C1FC-2ECA-1D65-85E79EA737A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610081" y="2205223"/>
            <a:ext cx="471488" cy="471488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68B5EDA8-7415-1BDA-A145-FEA8167E063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166523" y="2205223"/>
            <a:ext cx="471488" cy="471488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7B84B237-6076-65AF-7AE8-B3EDD0247128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726895" y="2205223"/>
            <a:ext cx="471488" cy="471488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77069BD4-9DEB-F123-C341-DFC6F4E46060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4307161" y="2205223"/>
            <a:ext cx="471488" cy="471488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13257641-5685-7F0A-D612-F2FA9F0FA76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856340" y="2205223"/>
            <a:ext cx="471488" cy="471488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B07F5F56-D1F5-14B1-79FB-E93F4917358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5396842" y="2205223"/>
            <a:ext cx="471488" cy="471488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F04CBEFE-854E-9AD3-BC4D-AE5C72F4413D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5943132" y="2205223"/>
            <a:ext cx="471488" cy="471488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8167A11-A32C-D3A9-07EE-3405589281D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6506499" y="2205223"/>
            <a:ext cx="471488" cy="471488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C9EC3371-312F-C704-267D-7DBDDE230652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7086295" y="2205223"/>
            <a:ext cx="471488" cy="471488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F05678E3-9E7C-20C6-EAEE-99FC911C9B36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7604055" y="2205223"/>
            <a:ext cx="471488" cy="471488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B0CDECC5-E6C9-5858-ED6F-1EFFC620A964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8158942" y="2205223"/>
            <a:ext cx="471488" cy="471488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14FEDB8A-D142-BFC0-5A5A-56EE71FF6080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90537" y="2789177"/>
            <a:ext cx="471488" cy="471488"/>
          </a:xfrm>
          <a:prstGeom prst="rect">
            <a:avLst/>
          </a:prstGeom>
        </p:spPr>
      </p:pic>
      <p:pic>
        <p:nvPicPr>
          <p:cNvPr id="3" name="Picture 2" descr="A colorful pill on a black background&#10;&#10;AI-generated content may be incorrect.">
            <a:extLst>
              <a:ext uri="{FF2B5EF4-FFF2-40B4-BE49-F238E27FC236}">
                <a16:creationId xmlns:a16="http://schemas.microsoft.com/office/drawing/2014/main" id="{AE67513D-A03A-FD28-434D-4EBAD4729CF9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42352" y="2765149"/>
            <a:ext cx="519545" cy="519545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E36C56E0-67E9-01B7-9CDC-B9919CE9BE90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2125951" y="2765149"/>
            <a:ext cx="519545" cy="519545"/>
          </a:xfrm>
          <a:prstGeom prst="rect">
            <a:avLst/>
          </a:prstGeom>
        </p:spPr>
      </p:pic>
      <p:pic>
        <p:nvPicPr>
          <p:cNvPr id="10" name="Picture 9" descr="A pink and purple pill bottle&#10;&#10;AI-generated content may be incorrect.">
            <a:extLst>
              <a:ext uri="{FF2B5EF4-FFF2-40B4-BE49-F238E27FC236}">
                <a16:creationId xmlns:a16="http://schemas.microsoft.com/office/drawing/2014/main" id="{F9761BAB-A5A8-223D-58C3-0C73898DAC4B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509733" y="2765149"/>
            <a:ext cx="519545" cy="519545"/>
          </a:xfrm>
          <a:prstGeom prst="rect">
            <a:avLst/>
          </a:prstGeom>
        </p:spPr>
      </p:pic>
      <p:pic>
        <p:nvPicPr>
          <p:cNvPr id="14" name="Picture 13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000A262F-FF8E-4CEC-7D7F-009C1F3D1019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2618310" y="2765149"/>
            <a:ext cx="519545" cy="519545"/>
          </a:xfrm>
          <a:prstGeom prst="rect">
            <a:avLst/>
          </a:prstGeom>
        </p:spPr>
      </p:pic>
      <p:pic>
        <p:nvPicPr>
          <p:cNvPr id="18" name="Picture 17" descr="A purple and blue mortar and pestle&#10;&#10;AI-generated content may be incorrect.">
            <a:extLst>
              <a:ext uri="{FF2B5EF4-FFF2-40B4-BE49-F238E27FC236}">
                <a16:creationId xmlns:a16="http://schemas.microsoft.com/office/drawing/2014/main" id="{8AEC71C7-07C1-8BE1-DE93-02D8892AF01F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3142495" y="2765149"/>
            <a:ext cx="519545" cy="519545"/>
          </a:xfrm>
          <a:prstGeom prst="rect">
            <a:avLst/>
          </a:prstGeom>
        </p:spPr>
      </p:pic>
      <p:pic>
        <p:nvPicPr>
          <p:cNvPr id="22" name="Picture 21" descr="A clock and pill on a black background&#10;&#10;AI-generated content may be incorrect.">
            <a:extLst>
              <a:ext uri="{FF2B5EF4-FFF2-40B4-BE49-F238E27FC236}">
                <a16:creationId xmlns:a16="http://schemas.microsoft.com/office/drawing/2014/main" id="{4ACC70F8-B1A6-ACF7-6C46-7C96EC9064A5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3702867" y="2765149"/>
            <a:ext cx="519545" cy="519545"/>
          </a:xfrm>
          <a:prstGeom prst="rect">
            <a:avLst/>
          </a:prstGeom>
        </p:spPr>
      </p:pic>
      <p:pic>
        <p:nvPicPr>
          <p:cNvPr id="26" name="Picture 25" descr="A purple and pink logo&#10;&#10;AI-generated content may be incorrect.">
            <a:extLst>
              <a:ext uri="{FF2B5EF4-FFF2-40B4-BE49-F238E27FC236}">
                <a16:creationId xmlns:a16="http://schemas.microsoft.com/office/drawing/2014/main" id="{3E9546C5-DD71-4BEB-0A27-ECC94EA363E1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311572" y="2793588"/>
            <a:ext cx="462667" cy="462667"/>
          </a:xfrm>
          <a:prstGeom prst="rect">
            <a:avLst/>
          </a:prstGeom>
        </p:spPr>
      </p:pic>
      <p:pic>
        <p:nvPicPr>
          <p:cNvPr id="30" name="Picture 29" descr="A logo of a book with a leaf&#10;&#10;AI-generated content may be incorrect.">
            <a:extLst>
              <a:ext uri="{FF2B5EF4-FFF2-40B4-BE49-F238E27FC236}">
                <a16:creationId xmlns:a16="http://schemas.microsoft.com/office/drawing/2014/main" id="{021BB7D7-D3AB-8598-AFBF-4D7F66A88D97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860751" y="2793588"/>
            <a:ext cx="462667" cy="462667"/>
          </a:xfrm>
          <a:prstGeom prst="rect">
            <a:avLst/>
          </a:prstGeom>
        </p:spPr>
      </p:pic>
      <p:pic>
        <p:nvPicPr>
          <p:cNvPr id="34" name="Picture 33" descr="A logo with a leaf&#10;&#10;AI-generated content may be incorrect.">
            <a:extLst>
              <a:ext uri="{FF2B5EF4-FFF2-40B4-BE49-F238E27FC236}">
                <a16:creationId xmlns:a16="http://schemas.microsoft.com/office/drawing/2014/main" id="{2F851A25-00AB-DA0F-18BC-434EC0BCAC90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401253" y="2793588"/>
            <a:ext cx="462667" cy="462667"/>
          </a:xfrm>
          <a:prstGeom prst="rect">
            <a:avLst/>
          </a:prstGeom>
        </p:spPr>
      </p:pic>
      <p:pic>
        <p:nvPicPr>
          <p:cNvPr id="38" name="Picture 37" descr="A logo of a plant&#10;&#10;AI-generated content may be incorrect.">
            <a:extLst>
              <a:ext uri="{FF2B5EF4-FFF2-40B4-BE49-F238E27FC236}">
                <a16:creationId xmlns:a16="http://schemas.microsoft.com/office/drawing/2014/main" id="{C541EF5F-1143-8483-8EF8-90BCFB4B0208}"/>
              </a:ext>
            </a:extLst>
      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947543" y="2793588"/>
            <a:ext cx="462667" cy="462667"/>
          </a:xfrm>
          <a:prstGeom prst="rect">
            <a:avLst/>
          </a:prstGeom>
        </p:spPr>
      </p:pic>
      <p:pic>
        <p:nvPicPr>
          <p:cNvPr id="42" name="Picture 41" descr="A logo of a house and a leaf&#10;&#10;AI-generated content may be incorrect.">
            <a:extLst>
              <a:ext uri="{FF2B5EF4-FFF2-40B4-BE49-F238E27FC236}">
                <a16:creationId xmlns:a16="http://schemas.microsoft.com/office/drawing/2014/main" id="{302AF220-CBF6-B06D-0209-A8D46195EC77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510910" y="2793588"/>
            <a:ext cx="462667" cy="462667"/>
          </a:xfrm>
          <a:prstGeom prst="rect">
            <a:avLst/>
          </a:prstGeom>
        </p:spPr>
      </p:pic>
      <p:pic>
        <p:nvPicPr>
          <p:cNvPr id="46" name="Picture 45" descr="A logo of a bag&#10;&#10;AI-generated content may be incorrect.">
            <a:extLst>
              <a:ext uri="{FF2B5EF4-FFF2-40B4-BE49-F238E27FC236}">
                <a16:creationId xmlns:a16="http://schemas.microsoft.com/office/drawing/2014/main" id="{43C08323-CEA5-86EB-79F4-70F2EC3D9CA6}"/>
              </a:ext>
            </a:extLst>
      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7090707" y="2793588"/>
            <a:ext cx="462667" cy="462667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CA02C3F4-95E0-C1A8-0587-401E1C7FFF16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8179388" y="2817467"/>
            <a:ext cx="428625" cy="428625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1FF84EB5-EC12-6FC8-629E-C670130D459B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7642203" y="2796035"/>
            <a:ext cx="471488" cy="471488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B4EBCCD0-5083-082B-5B0D-BD60C3D023FF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33400" y="3395291"/>
            <a:ext cx="428625" cy="428625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BA0C0076-890B-C2EC-ABE7-85C91EA607CC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966380" y="3395291"/>
            <a:ext cx="428625" cy="428625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EA842999-17A9-BD66-EDC7-677478996283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1566746" y="3395291"/>
            <a:ext cx="428625" cy="428625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CCD6B3EA-E438-39CE-1918-7B1D9589974D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2167113" y="3395291"/>
            <a:ext cx="428625" cy="428625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DA0369CF-0DD9-943E-B8FE-CCFAE1447790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2631512" y="3395291"/>
            <a:ext cx="428625" cy="428625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0CC3756D-5BE7-AE54-7B1E-837F2C0B2D38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3187955" y="3395291"/>
            <a:ext cx="428625" cy="428625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4E87EB18-8A85-B190-CC4F-6280BD97710C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3748326" y="3395291"/>
            <a:ext cx="428625" cy="428625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F6E6F151-105F-8BD1-5B78-A893499D0819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4329855" y="3395291"/>
            <a:ext cx="428625" cy="428625"/>
          </a:xfrm>
          <a:prstGeom prst="rect">
            <a:avLst/>
          </a:prstGeom>
        </p:spPr>
      </p:pic>
      <p:pic>
        <p:nvPicPr>
          <p:cNvPr id="136" name="Graphic 135">
            <a:extLst>
              <a:ext uri="{FF2B5EF4-FFF2-40B4-BE49-F238E27FC236}">
                <a16:creationId xmlns:a16="http://schemas.microsoft.com/office/drawing/2014/main" id="{CCF7F0D9-7601-FA8C-D68A-61E6CBB02AFA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4900914" y="3395291"/>
            <a:ext cx="428625" cy="428625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2D216D10-3049-B991-CDC8-B3A2C8A52F6E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5435294" y="3395291"/>
            <a:ext cx="428625" cy="428625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BE3E8059-AB51-C046-EF3F-A698718D1B3D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002130" y="3395291"/>
            <a:ext cx="428625" cy="428625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5B76EA82-B870-D683-1F56-E93AECE748A8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527930" y="3395291"/>
            <a:ext cx="428625" cy="428625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BFD256EF-0182-262E-BE18-8E3C2EB7A1BC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7114421" y="3395291"/>
            <a:ext cx="428625" cy="428625"/>
          </a:xfrm>
          <a:prstGeom prst="rect">
            <a:avLst/>
          </a:prstGeom>
        </p:spPr>
      </p:pic>
      <p:pic>
        <p:nvPicPr>
          <p:cNvPr id="146" name="Graphic 145">
            <a:extLst>
              <a:ext uri="{FF2B5EF4-FFF2-40B4-BE49-F238E27FC236}">
                <a16:creationId xmlns:a16="http://schemas.microsoft.com/office/drawing/2014/main" id="{CADCDBDB-FE78-8BF3-35E0-EBB64D4EE171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7670863" y="3395291"/>
            <a:ext cx="428625" cy="428625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013B9B8A-1B7C-116E-BC58-CE56D2F918B5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8193063" y="3395291"/>
            <a:ext cx="428625" cy="428625"/>
          </a:xfrm>
          <a:prstGeom prst="rect">
            <a:avLst/>
          </a:prstGeom>
        </p:spPr>
      </p:pic>
      <p:pic>
        <p:nvPicPr>
          <p:cNvPr id="150" name="Graphic 149">
            <a:extLst>
              <a:ext uri="{FF2B5EF4-FFF2-40B4-BE49-F238E27FC236}">
                <a16:creationId xmlns:a16="http://schemas.microsoft.com/office/drawing/2014/main" id="{3B796399-AE18-EEC6-DB4D-C09CEB88C0ED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433400" y="3957891"/>
            <a:ext cx="428625" cy="428625"/>
          </a:xfrm>
          <a:prstGeom prst="rect">
            <a:avLst/>
          </a:prstGeom>
        </p:spPr>
      </p:pic>
      <p:pic>
        <p:nvPicPr>
          <p:cNvPr id="152" name="Graphic 151">
            <a:extLst>
              <a:ext uri="{FF2B5EF4-FFF2-40B4-BE49-F238E27FC236}">
                <a16:creationId xmlns:a16="http://schemas.microsoft.com/office/drawing/2014/main" id="{A0BD20A1-29E0-33A1-2932-C901FBDD1E67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968967" y="3957891"/>
            <a:ext cx="428625" cy="428625"/>
          </a:xfrm>
          <a:prstGeom prst="rect">
            <a:avLst/>
          </a:prstGeom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E5C8D294-389D-B525-204F-2E0806E7AEF4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1521740" y="3957891"/>
            <a:ext cx="428625" cy="428625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EBE3D1F9-B29E-2D46-ACCA-58C59700742B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089460" y="3957891"/>
            <a:ext cx="428625" cy="428625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6AD3195D-34BA-9526-49BF-0F9C58EB0A34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2652108" y="3957891"/>
            <a:ext cx="428625" cy="428625"/>
          </a:xfrm>
          <a:prstGeom prst="rect">
            <a:avLst/>
          </a:prstGeom>
        </p:spPr>
      </p:pic>
      <p:pic>
        <p:nvPicPr>
          <p:cNvPr id="160" name="Graphic 159">
            <a:extLst>
              <a:ext uri="{FF2B5EF4-FFF2-40B4-BE49-F238E27FC236}">
                <a16:creationId xmlns:a16="http://schemas.microsoft.com/office/drawing/2014/main" id="{BE66B1DF-D4FC-7FE8-2D7A-A1BA3D09EBCC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208370" y="3957891"/>
            <a:ext cx="428625" cy="428625"/>
          </a:xfrm>
          <a:prstGeom prst="rect">
            <a:avLst/>
          </a:prstGeom>
        </p:spPr>
      </p:pic>
      <p:pic>
        <p:nvPicPr>
          <p:cNvPr id="162" name="Graphic 161">
            <a:extLst>
              <a:ext uri="{FF2B5EF4-FFF2-40B4-BE49-F238E27FC236}">
                <a16:creationId xmlns:a16="http://schemas.microsoft.com/office/drawing/2014/main" id="{8E065927-50A0-B8A8-DE08-D0962ECF46C3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748326" y="3957891"/>
            <a:ext cx="428625" cy="428625"/>
          </a:xfrm>
          <a:prstGeom prst="rect">
            <a:avLst/>
          </a:prstGeom>
        </p:spPr>
      </p:pic>
      <p:pic>
        <p:nvPicPr>
          <p:cNvPr id="164" name="Graphic 163">
            <a:extLst>
              <a:ext uri="{FF2B5EF4-FFF2-40B4-BE49-F238E27FC236}">
                <a16:creationId xmlns:a16="http://schemas.microsoft.com/office/drawing/2014/main" id="{93652ACE-65AA-8911-4EEE-AB90821A0FFE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345613" y="3957891"/>
            <a:ext cx="428625" cy="428625"/>
          </a:xfrm>
          <a:prstGeom prst="rect">
            <a:avLst/>
          </a:prstGeom>
        </p:spPr>
      </p:pic>
      <p:pic>
        <p:nvPicPr>
          <p:cNvPr id="166" name="Graphic 165">
            <a:extLst>
              <a:ext uri="{FF2B5EF4-FFF2-40B4-BE49-F238E27FC236}">
                <a16:creationId xmlns:a16="http://schemas.microsoft.com/office/drawing/2014/main" id="{8001517F-D977-A3E5-6736-3BC836A3FEDC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4922777" y="3957891"/>
            <a:ext cx="428625" cy="428625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46BDD783-E46F-AC72-DFD3-5028295A2D51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463279" y="3957891"/>
            <a:ext cx="428625" cy="428625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BD6AD9F1-A77A-CAE5-C7A5-AD82EEFADFC9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6002130" y="3957891"/>
            <a:ext cx="428625" cy="428625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6B23D822-667E-0889-3707-E891D8CC0E3D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6506499" y="3957891"/>
            <a:ext cx="428625" cy="428625"/>
          </a:xfrm>
          <a:prstGeom prst="rect">
            <a:avLst/>
          </a:prstGeom>
        </p:spPr>
      </p:pic>
      <p:pic>
        <p:nvPicPr>
          <p:cNvPr id="174" name="Graphic 173">
            <a:extLst>
              <a:ext uri="{FF2B5EF4-FFF2-40B4-BE49-F238E27FC236}">
                <a16:creationId xmlns:a16="http://schemas.microsoft.com/office/drawing/2014/main" id="{DB7D7D63-FF08-11B0-E5FE-EF543A655238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7088839" y="3957891"/>
            <a:ext cx="428625" cy="428625"/>
          </a:xfrm>
          <a:prstGeom prst="rect">
            <a:avLst/>
          </a:prstGeom>
        </p:spPr>
      </p:pic>
      <p:pic>
        <p:nvPicPr>
          <p:cNvPr id="176" name="Graphic 175">
            <a:extLst>
              <a:ext uri="{FF2B5EF4-FFF2-40B4-BE49-F238E27FC236}">
                <a16:creationId xmlns:a16="http://schemas.microsoft.com/office/drawing/2014/main" id="{CB77BE3E-CB2C-7662-10BD-3724C1984477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7647536" y="3957891"/>
            <a:ext cx="428625" cy="42862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070FC299-B9ED-CF35-1D3B-695E04E8256F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193063" y="3957891"/>
            <a:ext cx="428625" cy="428625"/>
          </a:xfrm>
          <a:prstGeom prst="rect">
            <a:avLst/>
          </a:prstGeom>
        </p:spPr>
      </p:pic>
      <p:pic>
        <p:nvPicPr>
          <p:cNvPr id="180" name="Graphic 179">
            <a:extLst>
              <a:ext uri="{FF2B5EF4-FFF2-40B4-BE49-F238E27FC236}">
                <a16:creationId xmlns:a16="http://schemas.microsoft.com/office/drawing/2014/main" id="{B1060B12-AFF2-9DA5-4FE3-DA82B6E89690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433400" y="4523556"/>
            <a:ext cx="428625" cy="428625"/>
          </a:xfrm>
          <a:prstGeom prst="rect">
            <a:avLst/>
          </a:prstGeom>
        </p:spPr>
      </p:pic>
      <p:pic>
        <p:nvPicPr>
          <p:cNvPr id="182" name="Graphic 181">
            <a:extLst>
              <a:ext uri="{FF2B5EF4-FFF2-40B4-BE49-F238E27FC236}">
                <a16:creationId xmlns:a16="http://schemas.microsoft.com/office/drawing/2014/main" id="{3B89AD4B-0C13-7C9B-0513-5F8469BBE685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980262" y="4523556"/>
            <a:ext cx="428625" cy="428625"/>
          </a:xfrm>
          <a:prstGeom prst="rect">
            <a:avLst/>
          </a:prstGeom>
        </p:spPr>
      </p:pic>
      <p:pic>
        <p:nvPicPr>
          <p:cNvPr id="184" name="Graphic 183">
            <a:extLst>
              <a:ext uri="{FF2B5EF4-FFF2-40B4-BE49-F238E27FC236}">
                <a16:creationId xmlns:a16="http://schemas.microsoft.com/office/drawing/2014/main" id="{264A5E27-9877-ED5D-E27F-422A7EAA4662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1566746" y="4523556"/>
            <a:ext cx="428625" cy="428625"/>
          </a:xfrm>
          <a:prstGeom prst="rect">
            <a:avLst/>
          </a:prstGeom>
        </p:spPr>
      </p:pic>
      <p:pic>
        <p:nvPicPr>
          <p:cNvPr id="186" name="Graphic 185">
            <a:extLst>
              <a:ext uri="{FF2B5EF4-FFF2-40B4-BE49-F238E27FC236}">
                <a16:creationId xmlns:a16="http://schemas.microsoft.com/office/drawing/2014/main" id="{FC45D6ED-074B-87C0-FF0D-47F50A2A11C1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2098058" y="4523556"/>
            <a:ext cx="428625" cy="428625"/>
          </a:xfrm>
          <a:prstGeom prst="rect">
            <a:avLst/>
          </a:prstGeom>
        </p:spPr>
      </p:pic>
      <p:pic>
        <p:nvPicPr>
          <p:cNvPr id="188" name="Graphic 187">
            <a:extLst>
              <a:ext uri="{FF2B5EF4-FFF2-40B4-BE49-F238E27FC236}">
                <a16:creationId xmlns:a16="http://schemas.microsoft.com/office/drawing/2014/main" id="{0226FBC0-2E10-5537-4612-8D08ECFE55E9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2649086" y="4523556"/>
            <a:ext cx="428625" cy="428625"/>
          </a:xfrm>
          <a:prstGeom prst="rect">
            <a:avLst/>
          </a:prstGeom>
        </p:spPr>
      </p:pic>
      <p:pic>
        <p:nvPicPr>
          <p:cNvPr id="190" name="Graphic 189">
            <a:extLst>
              <a:ext uri="{FF2B5EF4-FFF2-40B4-BE49-F238E27FC236}">
                <a16:creationId xmlns:a16="http://schemas.microsoft.com/office/drawing/2014/main" id="{0E48BF62-F579-9544-A105-6B22E054D76E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3209386" y="4523556"/>
            <a:ext cx="428625" cy="428625"/>
          </a:xfrm>
          <a:prstGeom prst="rect">
            <a:avLst/>
          </a:prstGeom>
        </p:spPr>
      </p:pic>
      <p:pic>
        <p:nvPicPr>
          <p:cNvPr id="192" name="Graphic 191">
            <a:extLst>
              <a:ext uri="{FF2B5EF4-FFF2-40B4-BE49-F238E27FC236}">
                <a16:creationId xmlns:a16="http://schemas.microsoft.com/office/drawing/2014/main" id="{6424FA30-716C-8D3D-6B23-83985B76B968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3769757" y="4523556"/>
            <a:ext cx="428625" cy="428625"/>
          </a:xfrm>
          <a:prstGeom prst="rect">
            <a:avLst/>
          </a:prstGeom>
        </p:spPr>
      </p:pic>
      <p:pic>
        <p:nvPicPr>
          <p:cNvPr id="194" name="Graphic 193">
            <a:extLst>
              <a:ext uri="{FF2B5EF4-FFF2-40B4-BE49-F238E27FC236}">
                <a16:creationId xmlns:a16="http://schemas.microsoft.com/office/drawing/2014/main" id="{37D67F31-B9E1-248C-F55C-8E28FC82A6CD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4357688" y="4523556"/>
            <a:ext cx="428625" cy="428625"/>
          </a:xfrm>
          <a:prstGeom prst="rect">
            <a:avLst/>
          </a:prstGeom>
        </p:spPr>
      </p:pic>
      <p:pic>
        <p:nvPicPr>
          <p:cNvPr id="196" name="Graphic 195">
            <a:extLst>
              <a:ext uri="{FF2B5EF4-FFF2-40B4-BE49-F238E27FC236}">
                <a16:creationId xmlns:a16="http://schemas.microsoft.com/office/drawing/2014/main" id="{F463C984-189D-2134-2122-15BAF31E1D17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4968217" y="4523556"/>
            <a:ext cx="428625" cy="428625"/>
          </a:xfrm>
          <a:prstGeom prst="rect">
            <a:avLst/>
          </a:prstGeom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2FA7C058-12E0-8A03-D049-460FF5EE0116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5462726" y="4523556"/>
            <a:ext cx="428625" cy="428625"/>
          </a:xfrm>
          <a:prstGeom prst="rect">
            <a:avLst/>
          </a:prstGeom>
        </p:spPr>
      </p:pic>
      <p:pic>
        <p:nvPicPr>
          <p:cNvPr id="200" name="Graphic 199">
            <a:extLst>
              <a:ext uri="{FF2B5EF4-FFF2-40B4-BE49-F238E27FC236}">
                <a16:creationId xmlns:a16="http://schemas.microsoft.com/office/drawing/2014/main" id="{6E29482F-93BB-EAE7-0765-729D89F43635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6002130" y="4523556"/>
            <a:ext cx="428625" cy="428625"/>
          </a:xfrm>
          <a:prstGeom prst="rect">
            <a:avLst/>
          </a:prstGeom>
        </p:spPr>
      </p:pic>
      <p:pic>
        <p:nvPicPr>
          <p:cNvPr id="202" name="Graphic 201">
            <a:extLst>
              <a:ext uri="{FF2B5EF4-FFF2-40B4-BE49-F238E27FC236}">
                <a16:creationId xmlns:a16="http://schemas.microsoft.com/office/drawing/2014/main" id="{F60B5704-FA11-7BD9-DDA6-D6BB5A874B12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6549333" y="4523556"/>
            <a:ext cx="428625" cy="428625"/>
          </a:xfrm>
          <a:prstGeom prst="rect">
            <a:avLst/>
          </a:prstGeom>
        </p:spPr>
      </p:pic>
      <p:pic>
        <p:nvPicPr>
          <p:cNvPr id="204" name="Graphic 203">
            <a:extLst>
              <a:ext uri="{FF2B5EF4-FFF2-40B4-BE49-F238E27FC236}">
                <a16:creationId xmlns:a16="http://schemas.microsoft.com/office/drawing/2014/main" id="{5579F1DD-BFAA-CEF9-845E-6B070AB3167B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7086296" y="4523556"/>
            <a:ext cx="428625" cy="428625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985CEE0F-06DD-EBD8-99F3-C27640B46C45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663634" y="4523556"/>
            <a:ext cx="428625" cy="428625"/>
          </a:xfrm>
          <a:prstGeom prst="rect">
            <a:avLst/>
          </a:prstGeom>
        </p:spPr>
      </p:pic>
      <p:pic>
        <p:nvPicPr>
          <p:cNvPr id="208" name="Graphic 207">
            <a:extLst>
              <a:ext uri="{FF2B5EF4-FFF2-40B4-BE49-F238E27FC236}">
                <a16:creationId xmlns:a16="http://schemas.microsoft.com/office/drawing/2014/main" id="{9EE454D6-36D7-43B4-D6F5-6042DEAD5158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8201805" y="4523556"/>
            <a:ext cx="4286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7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B4BD-2DE4-FB35-6F1B-55AFC495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2A9F98-71F7-B0F8-78F6-37764151C8A7}"/>
              </a:ext>
            </a:extLst>
          </p:cNvPr>
          <p:cNvSpPr txBox="1">
            <a:spLocks/>
          </p:cNvSpPr>
          <p:nvPr/>
        </p:nvSpPr>
        <p:spPr>
          <a:xfrm>
            <a:off x="366963" y="345470"/>
            <a:ext cx="6858000" cy="45763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Icon Library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842A9E-CB49-1CB3-CB70-7877921EA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524" y="1049835"/>
            <a:ext cx="428625" cy="42862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611711-BED7-2081-AC68-C169205B7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166" y="1049835"/>
            <a:ext cx="428625" cy="42862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6CD4337-9C8D-85E6-C8AB-8C77E122B8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2808" y="1049835"/>
            <a:ext cx="428625" cy="42862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88909E8-7205-5037-287C-D6B9513505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7450" y="1049835"/>
            <a:ext cx="428625" cy="42862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9B143DEC-9109-56D7-F6CF-1B811DE8D4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2093" y="1049835"/>
            <a:ext cx="428625" cy="42862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936C0DB-7C7B-5248-8E20-8FD75BB983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6735" y="1049835"/>
            <a:ext cx="428625" cy="42862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9ECAB74-95CF-451B-0D86-7FEBE642067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91377" y="1049835"/>
            <a:ext cx="428625" cy="428625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D6C79844-9614-3F21-B65E-C5E5272BA24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46019" y="1049835"/>
            <a:ext cx="428625" cy="428625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0F7DAE86-4626-160D-D44A-139648A8466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00662" y="1049835"/>
            <a:ext cx="428625" cy="428625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AC173D17-F913-5F95-5557-AA24B957606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55304" y="1049835"/>
            <a:ext cx="428625" cy="428625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5FFE1F00-8010-9600-D82C-0601A081E70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09946" y="1049835"/>
            <a:ext cx="428625" cy="428625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CEDD6FF6-506A-BD9E-5D9E-CD2AEDFC79F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64588" y="1049835"/>
            <a:ext cx="428625" cy="428625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A4E15D44-00B2-6878-8F42-69E09EB69FD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019231" y="1049835"/>
            <a:ext cx="428625" cy="428625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FD2A5E83-B4E4-706F-7E11-1C30F48602A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573873" y="1049835"/>
            <a:ext cx="428625" cy="428625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1D317D9D-D888-E838-EA50-E8C9CC0E409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128519" y="1049835"/>
            <a:ext cx="428625" cy="428625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CFCBB360-DB6C-81DE-40F8-EACD05598A4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11710" y="1566140"/>
            <a:ext cx="428625" cy="428625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1EE5624B-135F-8331-23E2-E814343A714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18166" y="1566140"/>
            <a:ext cx="428625" cy="428625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F6A8C4DD-E5E1-F85D-2F05-7A0E5AD3896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489028" y="1566140"/>
            <a:ext cx="428625" cy="428625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75554D61-5315-E034-CB3C-F60A2E60074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027450" y="1566140"/>
            <a:ext cx="428625" cy="428625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27554537-4A7D-09E8-E7C5-EA4654F0C2D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82093" y="1566140"/>
            <a:ext cx="428625" cy="428625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A010AA24-4E68-A97A-50E6-B78538F7C950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136735" y="1566140"/>
            <a:ext cx="428625" cy="428625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1D61BABC-7F2B-88CE-5822-EE9C9DE22CA4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691377" y="1566140"/>
            <a:ext cx="428625" cy="428625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A235FAD7-1785-5088-D5C4-9F133DCF8EB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252847" y="1566140"/>
            <a:ext cx="428625" cy="428625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883B0581-3F31-A679-F9E0-9E6AEFA2BB06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798058" y="1566140"/>
            <a:ext cx="428625" cy="428625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FC700301-817E-6C19-3095-6F57D939D9D1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370701" y="1566140"/>
            <a:ext cx="428625" cy="428625"/>
          </a:xfrm>
          <a:prstGeom prst="rect">
            <a:avLst/>
          </a:prstGeom>
        </p:spPr>
      </p:pic>
      <p:pic>
        <p:nvPicPr>
          <p:cNvPr id="112" name="Graphic 111">
            <a:extLst>
              <a:ext uri="{FF2B5EF4-FFF2-40B4-BE49-F238E27FC236}">
                <a16:creationId xmlns:a16="http://schemas.microsoft.com/office/drawing/2014/main" id="{492DD13A-D946-6214-2579-5AD119F6D4D6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943344" y="1566140"/>
            <a:ext cx="428625" cy="428625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C1DB4CAF-EBE2-7F00-6CDF-43159D5A4D4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503814" y="1566140"/>
            <a:ext cx="428625" cy="428625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F90CC767-B880-9751-E8CC-0AB602A05BF1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019231" y="1566140"/>
            <a:ext cx="428625" cy="428625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4E7FD435-280A-C647-5A2E-4E1E88279C72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574967" y="1566140"/>
            <a:ext cx="428625" cy="428625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93C38A62-A3F1-FCFB-6082-17D9EFEA362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8141407" y="1566140"/>
            <a:ext cx="428625" cy="428625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752C34DB-30E8-97A8-A040-D4C5E7A6A81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63524" y="2082444"/>
            <a:ext cx="428625" cy="428625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005689FA-44DB-39B7-2607-A3FCA8CE729E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37650" y="2085617"/>
            <a:ext cx="389659" cy="389659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ECDDE1CC-AD76-308C-7DAE-E728ECBD90FA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472808" y="2082444"/>
            <a:ext cx="389659" cy="389659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577EF443-9268-1A95-3F80-C879AF02E065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2027451" y="2082444"/>
            <a:ext cx="389659" cy="389659"/>
          </a:xfrm>
          <a:prstGeom prst="rect">
            <a:avLst/>
          </a:prstGeom>
        </p:spPr>
      </p:pic>
      <p:pic>
        <p:nvPicPr>
          <p:cNvPr id="145" name="Picture 144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4DA8B7DE-B81C-6A2D-6A69-DD7D8E5D77AE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566944" y="2060600"/>
            <a:ext cx="472314" cy="472314"/>
          </a:xfrm>
          <a:prstGeom prst="rect">
            <a:avLst/>
          </a:prstGeom>
        </p:spPr>
      </p:pic>
      <p:pic>
        <p:nvPicPr>
          <p:cNvPr id="149" name="Picture 148" descr="A logo of a molecule&#10;&#10;AI-generated content may be incorrect.">
            <a:extLst>
              <a:ext uri="{FF2B5EF4-FFF2-40B4-BE49-F238E27FC236}">
                <a16:creationId xmlns:a16="http://schemas.microsoft.com/office/drawing/2014/main" id="{C9AFE392-FD66-E16B-9D3F-BC6301DF724F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112778" y="2060600"/>
            <a:ext cx="472314" cy="472314"/>
          </a:xfrm>
          <a:prstGeom prst="rect">
            <a:avLst/>
          </a:prstGeom>
        </p:spPr>
      </p:pic>
      <p:pic>
        <p:nvPicPr>
          <p:cNvPr id="153" name="Picture 152" descr="A colorful logo with a black background&#10;&#10;AI-generated content may be incorrect.">
            <a:extLst>
              <a:ext uri="{FF2B5EF4-FFF2-40B4-BE49-F238E27FC236}">
                <a16:creationId xmlns:a16="http://schemas.microsoft.com/office/drawing/2014/main" id="{57C23918-F209-EFAA-48B5-C69F1B82A719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3669533" y="2088305"/>
            <a:ext cx="472314" cy="472314"/>
          </a:xfrm>
          <a:prstGeom prst="rect">
            <a:avLst/>
          </a:prstGeom>
        </p:spPr>
      </p:pic>
      <p:pic>
        <p:nvPicPr>
          <p:cNvPr id="157" name="Picture 156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FE7A509B-777F-7E74-1C46-96B89C3D5DF3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776213" y="2064131"/>
            <a:ext cx="472314" cy="472314"/>
          </a:xfrm>
          <a:prstGeom prst="rect">
            <a:avLst/>
          </a:prstGeom>
        </p:spPr>
      </p:pic>
      <p:pic>
        <p:nvPicPr>
          <p:cNvPr id="161" name="Picture 160" descr="A logo in a circle&#10;&#10;AI-generated content may be incorrect.">
            <a:extLst>
              <a:ext uri="{FF2B5EF4-FFF2-40B4-BE49-F238E27FC236}">
                <a16:creationId xmlns:a16="http://schemas.microsoft.com/office/drawing/2014/main" id="{AF8AE082-773C-C103-AC47-2FA158878973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4231002" y="2099436"/>
            <a:ext cx="472314" cy="472314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F9223991-2189-CA83-87F8-DC5F5CE9B307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5411109" y="2101927"/>
            <a:ext cx="389659" cy="389659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35472353-012A-2599-27B7-28598EDC78DA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5974644" y="2108785"/>
            <a:ext cx="389659" cy="389659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8E2C947B-7274-BE6A-DF10-FE23FB5215C0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6531246" y="2082444"/>
            <a:ext cx="389659" cy="389659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72806D91-9AD5-3989-D15F-8944305E28A9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7039805" y="2088305"/>
            <a:ext cx="389659" cy="389659"/>
          </a:xfrm>
          <a:prstGeom prst="rect">
            <a:avLst/>
          </a:prstGeom>
        </p:spPr>
      </p:pic>
      <p:pic>
        <p:nvPicPr>
          <p:cNvPr id="181" name="Graphic 180">
            <a:extLst>
              <a:ext uri="{FF2B5EF4-FFF2-40B4-BE49-F238E27FC236}">
                <a16:creationId xmlns:a16="http://schemas.microsoft.com/office/drawing/2014/main" id="{2694C7AB-605E-EE64-96B4-82762E7642E8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592793" y="2082444"/>
            <a:ext cx="389659" cy="389659"/>
          </a:xfrm>
          <a:prstGeom prst="rect">
            <a:avLst/>
          </a:prstGeom>
        </p:spPr>
      </p:pic>
      <p:pic>
        <p:nvPicPr>
          <p:cNvPr id="210" name="Graphic 209">
            <a:extLst>
              <a:ext uri="{FF2B5EF4-FFF2-40B4-BE49-F238E27FC236}">
                <a16:creationId xmlns:a16="http://schemas.microsoft.com/office/drawing/2014/main" id="{50B6D6D2-A2D8-44B6-0276-42FC168CE2C9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8141407" y="2062961"/>
            <a:ext cx="428625" cy="428625"/>
          </a:xfrm>
          <a:prstGeom prst="rect">
            <a:avLst/>
          </a:prstGeom>
        </p:spPr>
      </p:pic>
      <p:pic>
        <p:nvPicPr>
          <p:cNvPr id="212" name="Graphic 211">
            <a:extLst>
              <a:ext uri="{FF2B5EF4-FFF2-40B4-BE49-F238E27FC236}">
                <a16:creationId xmlns:a16="http://schemas.microsoft.com/office/drawing/2014/main" id="{8349107A-73DF-08B4-2D80-C88527DCAE52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63524" y="2598749"/>
            <a:ext cx="428625" cy="428625"/>
          </a:xfrm>
          <a:prstGeom prst="rect">
            <a:avLst/>
          </a:prstGeom>
        </p:spPr>
      </p:pic>
      <p:pic>
        <p:nvPicPr>
          <p:cNvPr id="214" name="Graphic 213">
            <a:extLst>
              <a:ext uri="{FF2B5EF4-FFF2-40B4-BE49-F238E27FC236}">
                <a16:creationId xmlns:a16="http://schemas.microsoft.com/office/drawing/2014/main" id="{93AAC3E5-5023-509A-419D-D5FC8E2FF291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23933" y="2598749"/>
            <a:ext cx="428625" cy="428625"/>
          </a:xfrm>
          <a:prstGeom prst="rect">
            <a:avLst/>
          </a:prstGeom>
        </p:spPr>
      </p:pic>
      <p:pic>
        <p:nvPicPr>
          <p:cNvPr id="216" name="Graphic 215">
            <a:extLst>
              <a:ext uri="{FF2B5EF4-FFF2-40B4-BE49-F238E27FC236}">
                <a16:creationId xmlns:a16="http://schemas.microsoft.com/office/drawing/2014/main" id="{B5C7899A-B05E-F4C5-4FED-545463CA3D1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1472808" y="2559781"/>
            <a:ext cx="428625" cy="428625"/>
          </a:xfrm>
          <a:prstGeom prst="rect">
            <a:avLst/>
          </a:prstGeom>
        </p:spPr>
      </p:pic>
      <p:pic>
        <p:nvPicPr>
          <p:cNvPr id="218" name="Graphic 217">
            <a:extLst>
              <a:ext uri="{FF2B5EF4-FFF2-40B4-BE49-F238E27FC236}">
                <a16:creationId xmlns:a16="http://schemas.microsoft.com/office/drawing/2014/main" id="{7CF55F12-8D23-68CF-FC5F-DB06EDE299BA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2041779" y="2591234"/>
            <a:ext cx="389659" cy="389659"/>
          </a:xfrm>
          <a:prstGeom prst="rect">
            <a:avLst/>
          </a:prstGeom>
        </p:spPr>
      </p:pic>
      <p:pic>
        <p:nvPicPr>
          <p:cNvPr id="220" name="Graphic 219">
            <a:extLst>
              <a:ext uri="{FF2B5EF4-FFF2-40B4-BE49-F238E27FC236}">
                <a16:creationId xmlns:a16="http://schemas.microsoft.com/office/drawing/2014/main" id="{3DFFFBA6-516A-6E44-7A30-58CF8240F496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2612610" y="2581038"/>
            <a:ext cx="389659" cy="389659"/>
          </a:xfrm>
          <a:prstGeom prst="rect">
            <a:avLst/>
          </a:prstGeom>
        </p:spPr>
      </p:pic>
      <p:pic>
        <p:nvPicPr>
          <p:cNvPr id="222" name="Graphic 221">
            <a:extLst>
              <a:ext uri="{FF2B5EF4-FFF2-40B4-BE49-F238E27FC236}">
                <a16:creationId xmlns:a16="http://schemas.microsoft.com/office/drawing/2014/main" id="{503EA77F-1EB5-B5CD-18AE-0E7F45BB5628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3193413" y="2574829"/>
            <a:ext cx="389659" cy="389659"/>
          </a:xfrm>
          <a:prstGeom prst="rect">
            <a:avLst/>
          </a:prstGeom>
        </p:spPr>
      </p:pic>
      <p:pic>
        <p:nvPicPr>
          <p:cNvPr id="224" name="Graphic 223">
            <a:extLst>
              <a:ext uri="{FF2B5EF4-FFF2-40B4-BE49-F238E27FC236}">
                <a16:creationId xmlns:a16="http://schemas.microsoft.com/office/drawing/2014/main" id="{76052312-B101-41D5-C21B-DB6F5AB89E2E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3695529" y="2601921"/>
            <a:ext cx="389659" cy="389659"/>
          </a:xfrm>
          <a:prstGeom prst="rect">
            <a:avLst/>
          </a:prstGeom>
        </p:spPr>
      </p:pic>
      <p:pic>
        <p:nvPicPr>
          <p:cNvPr id="226" name="Graphic 225">
            <a:extLst>
              <a:ext uri="{FF2B5EF4-FFF2-40B4-BE49-F238E27FC236}">
                <a16:creationId xmlns:a16="http://schemas.microsoft.com/office/drawing/2014/main" id="{FA4B7CF7-19DF-E47A-6C4D-9BBAF9503FD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4246019" y="2555345"/>
            <a:ext cx="428625" cy="428625"/>
          </a:xfrm>
          <a:prstGeom prst="rect">
            <a:avLst/>
          </a:prstGeom>
        </p:spPr>
      </p:pic>
      <p:pic>
        <p:nvPicPr>
          <p:cNvPr id="228" name="Graphic 227">
            <a:extLst>
              <a:ext uri="{FF2B5EF4-FFF2-40B4-BE49-F238E27FC236}">
                <a16:creationId xmlns:a16="http://schemas.microsoft.com/office/drawing/2014/main" id="{C1D916FD-E857-B1F6-80D1-1E0A17486A76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4792472" y="2571866"/>
            <a:ext cx="428625" cy="428625"/>
          </a:xfrm>
          <a:prstGeom prst="rect">
            <a:avLst/>
          </a:prstGeom>
        </p:spPr>
      </p:pic>
      <p:pic>
        <p:nvPicPr>
          <p:cNvPr id="230" name="Graphic 229">
            <a:extLst>
              <a:ext uri="{FF2B5EF4-FFF2-40B4-BE49-F238E27FC236}">
                <a16:creationId xmlns:a16="http://schemas.microsoft.com/office/drawing/2014/main" id="{E029EB21-B6CB-EE2F-0779-D86AA3E649D5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370701" y="2559781"/>
            <a:ext cx="428625" cy="428625"/>
          </a:xfrm>
          <a:prstGeom prst="rect">
            <a:avLst/>
          </a:prstGeom>
        </p:spPr>
      </p:pic>
      <p:pic>
        <p:nvPicPr>
          <p:cNvPr id="232" name="Graphic 231">
            <a:extLst>
              <a:ext uri="{FF2B5EF4-FFF2-40B4-BE49-F238E27FC236}">
                <a16:creationId xmlns:a16="http://schemas.microsoft.com/office/drawing/2014/main" id="{4F12A338-305B-35F0-165A-F28BDC3561C3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942429" y="2581025"/>
            <a:ext cx="428625" cy="428625"/>
          </a:xfrm>
          <a:prstGeom prst="rect">
            <a:avLst/>
          </a:prstGeom>
        </p:spPr>
      </p:pic>
      <p:pic>
        <p:nvPicPr>
          <p:cNvPr id="234" name="Graphic 233">
            <a:extLst>
              <a:ext uri="{FF2B5EF4-FFF2-40B4-BE49-F238E27FC236}">
                <a16:creationId xmlns:a16="http://schemas.microsoft.com/office/drawing/2014/main" id="{FA500CC2-42FF-0BB0-DB6F-1A3ECAE7A2FE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6485348" y="2598749"/>
            <a:ext cx="428625" cy="428625"/>
          </a:xfrm>
          <a:prstGeom prst="rect">
            <a:avLst/>
          </a:prstGeom>
        </p:spPr>
      </p:pic>
      <p:pic>
        <p:nvPicPr>
          <p:cNvPr id="236" name="Graphic 235">
            <a:extLst>
              <a:ext uri="{FF2B5EF4-FFF2-40B4-BE49-F238E27FC236}">
                <a16:creationId xmlns:a16="http://schemas.microsoft.com/office/drawing/2014/main" id="{13371B7D-63C4-03C0-A417-3DC213DFA9BA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7034223" y="2588794"/>
            <a:ext cx="428625" cy="428625"/>
          </a:xfrm>
          <a:prstGeom prst="rect">
            <a:avLst/>
          </a:prstGeom>
        </p:spPr>
      </p:pic>
      <p:pic>
        <p:nvPicPr>
          <p:cNvPr id="238" name="Graphic 237">
            <a:extLst>
              <a:ext uri="{FF2B5EF4-FFF2-40B4-BE49-F238E27FC236}">
                <a16:creationId xmlns:a16="http://schemas.microsoft.com/office/drawing/2014/main" id="{3E714585-6778-A75D-65E8-4FF8A36265CD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7592139" y="2571750"/>
            <a:ext cx="428625" cy="428625"/>
          </a:xfrm>
          <a:prstGeom prst="rect">
            <a:avLst/>
          </a:prstGeom>
        </p:spPr>
      </p:pic>
      <p:pic>
        <p:nvPicPr>
          <p:cNvPr id="240" name="Graphic 239">
            <a:extLst>
              <a:ext uri="{FF2B5EF4-FFF2-40B4-BE49-F238E27FC236}">
                <a16:creationId xmlns:a16="http://schemas.microsoft.com/office/drawing/2014/main" id="{5671783C-5799-1CC0-F02F-A1BABDBA6CDD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8143656" y="2588794"/>
            <a:ext cx="428625" cy="428625"/>
          </a:xfrm>
          <a:prstGeom prst="rect">
            <a:avLst/>
          </a:prstGeom>
        </p:spPr>
      </p:pic>
      <p:pic>
        <p:nvPicPr>
          <p:cNvPr id="242" name="Graphic 241">
            <a:extLst>
              <a:ext uri="{FF2B5EF4-FFF2-40B4-BE49-F238E27FC236}">
                <a16:creationId xmlns:a16="http://schemas.microsoft.com/office/drawing/2014/main" id="{53C9BEEB-D4F9-734C-EE5E-7D4069A2215D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363524" y="3115053"/>
            <a:ext cx="428625" cy="428625"/>
          </a:xfrm>
          <a:prstGeom prst="rect">
            <a:avLst/>
          </a:prstGeom>
        </p:spPr>
      </p:pic>
      <p:pic>
        <p:nvPicPr>
          <p:cNvPr id="244" name="Graphic 243">
            <a:extLst>
              <a:ext uri="{FF2B5EF4-FFF2-40B4-BE49-F238E27FC236}">
                <a16:creationId xmlns:a16="http://schemas.microsoft.com/office/drawing/2014/main" id="{5AC33579-0AF3-682F-2CE3-726D309C66CE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898683" y="3115053"/>
            <a:ext cx="428625" cy="428625"/>
          </a:xfrm>
          <a:prstGeom prst="rect">
            <a:avLst/>
          </a:prstGeom>
        </p:spPr>
      </p:pic>
      <p:pic>
        <p:nvPicPr>
          <p:cNvPr id="246" name="Graphic 245">
            <a:extLst>
              <a:ext uri="{FF2B5EF4-FFF2-40B4-BE49-F238E27FC236}">
                <a16:creationId xmlns:a16="http://schemas.microsoft.com/office/drawing/2014/main" id="{F767422F-21E8-2D5E-901A-84139D3C95F7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1489028" y="3115053"/>
            <a:ext cx="428625" cy="428625"/>
          </a:xfrm>
          <a:prstGeom prst="rect">
            <a:avLst/>
          </a:prstGeom>
        </p:spPr>
      </p:pic>
      <p:pic>
        <p:nvPicPr>
          <p:cNvPr id="248" name="Graphic 247">
            <a:extLst>
              <a:ext uri="{FF2B5EF4-FFF2-40B4-BE49-F238E27FC236}">
                <a16:creationId xmlns:a16="http://schemas.microsoft.com/office/drawing/2014/main" id="{4685E8F7-F700-7FA3-EEE5-178884FB5412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2027450" y="3115053"/>
            <a:ext cx="428625" cy="428625"/>
          </a:xfrm>
          <a:prstGeom prst="rect">
            <a:avLst/>
          </a:prstGeom>
        </p:spPr>
      </p:pic>
      <p:pic>
        <p:nvPicPr>
          <p:cNvPr id="250" name="Graphic 249">
            <a:extLst>
              <a:ext uri="{FF2B5EF4-FFF2-40B4-BE49-F238E27FC236}">
                <a16:creationId xmlns:a16="http://schemas.microsoft.com/office/drawing/2014/main" id="{52AA584A-8C26-2CD9-7643-C499A62D162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2601576" y="3154020"/>
            <a:ext cx="389659" cy="389659"/>
          </a:xfrm>
          <a:prstGeom prst="rect">
            <a:avLst/>
          </a:prstGeom>
        </p:spPr>
      </p:pic>
      <p:pic>
        <p:nvPicPr>
          <p:cNvPr id="252" name="Graphic 251">
            <a:extLst>
              <a:ext uri="{FF2B5EF4-FFF2-40B4-BE49-F238E27FC236}">
                <a16:creationId xmlns:a16="http://schemas.microsoft.com/office/drawing/2014/main" id="{2BFB5FF9-9D94-C250-8E28-2D1E491182B9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3193413" y="3154020"/>
            <a:ext cx="389659" cy="389659"/>
          </a:xfrm>
          <a:prstGeom prst="rect">
            <a:avLst/>
          </a:prstGeom>
        </p:spPr>
      </p:pic>
      <p:pic>
        <p:nvPicPr>
          <p:cNvPr id="254" name="Graphic 253">
            <a:extLst>
              <a:ext uri="{FF2B5EF4-FFF2-40B4-BE49-F238E27FC236}">
                <a16:creationId xmlns:a16="http://schemas.microsoft.com/office/drawing/2014/main" id="{CD8E25BB-690A-F462-0F13-25AB0A53CAA3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725209" y="3154020"/>
            <a:ext cx="389659" cy="389659"/>
          </a:xfrm>
          <a:prstGeom prst="rect">
            <a:avLst/>
          </a:prstGeom>
        </p:spPr>
      </p:pic>
      <p:pic>
        <p:nvPicPr>
          <p:cNvPr id="256" name="Graphic 255">
            <a:extLst>
              <a:ext uri="{FF2B5EF4-FFF2-40B4-BE49-F238E27FC236}">
                <a16:creationId xmlns:a16="http://schemas.microsoft.com/office/drawing/2014/main" id="{AD42BC6D-04B2-5C8D-41E9-9B81F10731F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284158" y="3154020"/>
            <a:ext cx="389659" cy="389659"/>
          </a:xfrm>
          <a:prstGeom prst="rect">
            <a:avLst/>
          </a:prstGeom>
        </p:spPr>
      </p:pic>
      <p:pic>
        <p:nvPicPr>
          <p:cNvPr id="258" name="Graphic 257">
            <a:extLst>
              <a:ext uri="{FF2B5EF4-FFF2-40B4-BE49-F238E27FC236}">
                <a16:creationId xmlns:a16="http://schemas.microsoft.com/office/drawing/2014/main" id="{CD1BC002-9EDD-9352-9088-1C5A5F0B396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4829799" y="3158733"/>
            <a:ext cx="389659" cy="389659"/>
          </a:xfrm>
          <a:prstGeom prst="rect">
            <a:avLst/>
          </a:prstGeom>
        </p:spPr>
      </p:pic>
      <p:pic>
        <p:nvPicPr>
          <p:cNvPr id="260" name="Graphic 259">
            <a:extLst>
              <a:ext uri="{FF2B5EF4-FFF2-40B4-BE49-F238E27FC236}">
                <a16:creationId xmlns:a16="http://schemas.microsoft.com/office/drawing/2014/main" id="{B966D873-5F3A-5BAB-52B6-B95F873FCC30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368222" y="3154019"/>
            <a:ext cx="389659" cy="389659"/>
          </a:xfrm>
          <a:prstGeom prst="rect">
            <a:avLst/>
          </a:prstGeom>
        </p:spPr>
      </p:pic>
      <p:pic>
        <p:nvPicPr>
          <p:cNvPr id="262" name="Graphic 261">
            <a:extLst>
              <a:ext uri="{FF2B5EF4-FFF2-40B4-BE49-F238E27FC236}">
                <a16:creationId xmlns:a16="http://schemas.microsoft.com/office/drawing/2014/main" id="{E55913FF-F79E-7552-0042-12EBE5472724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5920545" y="3161551"/>
            <a:ext cx="389659" cy="389659"/>
          </a:xfrm>
          <a:prstGeom prst="rect">
            <a:avLst/>
          </a:prstGeom>
        </p:spPr>
      </p:pic>
      <p:pic>
        <p:nvPicPr>
          <p:cNvPr id="264" name="Graphic 263">
            <a:extLst>
              <a:ext uri="{FF2B5EF4-FFF2-40B4-BE49-F238E27FC236}">
                <a16:creationId xmlns:a16="http://schemas.microsoft.com/office/drawing/2014/main" id="{7CF55868-E650-54C4-187E-303E629F29B7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503555" y="3161551"/>
            <a:ext cx="389659" cy="389659"/>
          </a:xfrm>
          <a:prstGeom prst="rect">
            <a:avLst/>
          </a:prstGeom>
        </p:spPr>
      </p:pic>
      <p:pic>
        <p:nvPicPr>
          <p:cNvPr id="266" name="Graphic 265">
            <a:extLst>
              <a:ext uri="{FF2B5EF4-FFF2-40B4-BE49-F238E27FC236}">
                <a16:creationId xmlns:a16="http://schemas.microsoft.com/office/drawing/2014/main" id="{9059B84C-2E0A-ACB8-B69C-5142CFC2F4CA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32576" y="3161551"/>
            <a:ext cx="428625" cy="428625"/>
          </a:xfrm>
          <a:prstGeom prst="rect">
            <a:avLst/>
          </a:prstGeom>
        </p:spPr>
      </p:pic>
      <p:pic>
        <p:nvPicPr>
          <p:cNvPr id="268" name="Graphic 267">
            <a:extLst>
              <a:ext uri="{FF2B5EF4-FFF2-40B4-BE49-F238E27FC236}">
                <a16:creationId xmlns:a16="http://schemas.microsoft.com/office/drawing/2014/main" id="{371C322C-C251-443F-DACB-1536E16C5D9D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578218" y="3161551"/>
            <a:ext cx="428625" cy="428625"/>
          </a:xfrm>
          <a:prstGeom prst="rect">
            <a:avLst/>
          </a:prstGeom>
        </p:spPr>
      </p:pic>
      <p:pic>
        <p:nvPicPr>
          <p:cNvPr id="270" name="Graphic 269">
            <a:extLst>
              <a:ext uri="{FF2B5EF4-FFF2-40B4-BE49-F238E27FC236}">
                <a16:creationId xmlns:a16="http://schemas.microsoft.com/office/drawing/2014/main" id="{BE083FF6-08CE-94E1-003D-1F2AE81F516A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8123321" y="3134535"/>
            <a:ext cx="428625" cy="428625"/>
          </a:xfrm>
          <a:prstGeom prst="rect">
            <a:avLst/>
          </a:prstGeom>
        </p:spPr>
      </p:pic>
      <p:pic>
        <p:nvPicPr>
          <p:cNvPr id="272" name="Graphic 271">
            <a:extLst>
              <a:ext uri="{FF2B5EF4-FFF2-40B4-BE49-F238E27FC236}">
                <a16:creationId xmlns:a16="http://schemas.microsoft.com/office/drawing/2014/main" id="{3773B572-93F5-94FC-6D17-764F97F57EDF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363524" y="3663467"/>
            <a:ext cx="428625" cy="428625"/>
          </a:xfrm>
          <a:prstGeom prst="rect">
            <a:avLst/>
          </a:prstGeom>
        </p:spPr>
      </p:pic>
      <p:pic>
        <p:nvPicPr>
          <p:cNvPr id="274" name="Graphic 273">
            <a:extLst>
              <a:ext uri="{FF2B5EF4-FFF2-40B4-BE49-F238E27FC236}">
                <a16:creationId xmlns:a16="http://schemas.microsoft.com/office/drawing/2014/main" id="{D4D8C2FE-9238-9078-8663-EE3C8CC29E5C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937649" y="3663467"/>
            <a:ext cx="428625" cy="428625"/>
          </a:xfrm>
          <a:prstGeom prst="rect">
            <a:avLst/>
          </a:prstGeom>
        </p:spPr>
      </p:pic>
      <p:pic>
        <p:nvPicPr>
          <p:cNvPr id="276" name="Graphic 275">
            <a:extLst>
              <a:ext uri="{FF2B5EF4-FFF2-40B4-BE49-F238E27FC236}">
                <a16:creationId xmlns:a16="http://schemas.microsoft.com/office/drawing/2014/main" id="{B2FBEEE9-783F-DAF9-1774-6F31B22B8E39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1489028" y="3663467"/>
            <a:ext cx="428625" cy="428625"/>
          </a:xfrm>
          <a:prstGeom prst="rect">
            <a:avLst/>
          </a:prstGeom>
        </p:spPr>
      </p:pic>
      <p:pic>
        <p:nvPicPr>
          <p:cNvPr id="278" name="Graphic 277">
            <a:extLst>
              <a:ext uri="{FF2B5EF4-FFF2-40B4-BE49-F238E27FC236}">
                <a16:creationId xmlns:a16="http://schemas.microsoft.com/office/drawing/2014/main" id="{4B2817C8-0D6E-8E57-7F92-A6E826DCAF96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2022296" y="3663467"/>
            <a:ext cx="428625" cy="428625"/>
          </a:xfrm>
          <a:prstGeom prst="rect">
            <a:avLst/>
          </a:prstGeom>
        </p:spPr>
      </p:pic>
      <p:pic>
        <p:nvPicPr>
          <p:cNvPr id="280" name="Graphic 279">
            <a:extLst>
              <a:ext uri="{FF2B5EF4-FFF2-40B4-BE49-F238E27FC236}">
                <a16:creationId xmlns:a16="http://schemas.microsoft.com/office/drawing/2014/main" id="{0C567B0E-F19F-E07B-15B9-8BC095636A09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2573644" y="3663467"/>
            <a:ext cx="428625" cy="428625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B8139ACF-EC90-2087-A410-BC9532AEE7B3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3173929" y="3663467"/>
            <a:ext cx="428625" cy="428625"/>
          </a:xfrm>
          <a:prstGeom prst="rect">
            <a:avLst/>
          </a:prstGeom>
        </p:spPr>
      </p:pic>
      <p:pic>
        <p:nvPicPr>
          <p:cNvPr id="284" name="Graphic 283">
            <a:extLst>
              <a:ext uri="{FF2B5EF4-FFF2-40B4-BE49-F238E27FC236}">
                <a16:creationId xmlns:a16="http://schemas.microsoft.com/office/drawing/2014/main" id="{D744AB4B-CB11-0ED3-5166-0DB63EEE1931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3704771" y="3663467"/>
            <a:ext cx="428625" cy="428625"/>
          </a:xfrm>
          <a:prstGeom prst="rect">
            <a:avLst/>
          </a:prstGeom>
        </p:spPr>
      </p:pic>
      <p:pic>
        <p:nvPicPr>
          <p:cNvPr id="286" name="Graphic 285">
            <a:extLst>
              <a:ext uri="{FF2B5EF4-FFF2-40B4-BE49-F238E27FC236}">
                <a16:creationId xmlns:a16="http://schemas.microsoft.com/office/drawing/2014/main" id="{47D58811-B85D-0C86-819B-9FC7664A5034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4274691" y="3653765"/>
            <a:ext cx="428625" cy="428625"/>
          </a:xfrm>
          <a:prstGeom prst="rect">
            <a:avLst/>
          </a:prstGeom>
        </p:spPr>
      </p:pic>
      <p:pic>
        <p:nvPicPr>
          <p:cNvPr id="288" name="Graphic 287">
            <a:extLst>
              <a:ext uri="{FF2B5EF4-FFF2-40B4-BE49-F238E27FC236}">
                <a16:creationId xmlns:a16="http://schemas.microsoft.com/office/drawing/2014/main" id="{5CD28B28-CEEE-E428-1C34-6721F1BB13D5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4819902" y="3663467"/>
            <a:ext cx="428625" cy="428625"/>
          </a:xfrm>
          <a:prstGeom prst="rect">
            <a:avLst/>
          </a:prstGeom>
        </p:spPr>
      </p:pic>
      <p:pic>
        <p:nvPicPr>
          <p:cNvPr id="290" name="Graphic 289">
            <a:extLst>
              <a:ext uri="{FF2B5EF4-FFF2-40B4-BE49-F238E27FC236}">
                <a16:creationId xmlns:a16="http://schemas.microsoft.com/office/drawing/2014/main" id="{DCBD8AC4-FC72-3C78-06D2-7C8D245B8596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5370701" y="3670323"/>
            <a:ext cx="428625" cy="428625"/>
          </a:xfrm>
          <a:prstGeom prst="rect">
            <a:avLst/>
          </a:prstGeom>
        </p:spPr>
      </p:pic>
      <p:pic>
        <p:nvPicPr>
          <p:cNvPr id="292" name="Graphic 291">
            <a:extLst>
              <a:ext uri="{FF2B5EF4-FFF2-40B4-BE49-F238E27FC236}">
                <a16:creationId xmlns:a16="http://schemas.microsoft.com/office/drawing/2014/main" id="{7C7AABF6-3474-91C3-9EA6-617712CE3EE8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5900546" y="3703111"/>
            <a:ext cx="428625" cy="428625"/>
          </a:xfrm>
          <a:prstGeom prst="rect">
            <a:avLst/>
          </a:prstGeom>
        </p:spPr>
      </p:pic>
      <p:pic>
        <p:nvPicPr>
          <p:cNvPr id="294" name="Graphic 293">
            <a:extLst>
              <a:ext uri="{FF2B5EF4-FFF2-40B4-BE49-F238E27FC236}">
                <a16:creationId xmlns:a16="http://schemas.microsoft.com/office/drawing/2014/main" id="{273053E1-6AD8-2C35-AE39-E2B80C18706B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6464588" y="3685387"/>
            <a:ext cx="428625" cy="428625"/>
          </a:xfrm>
          <a:prstGeom prst="rect">
            <a:avLst/>
          </a:prstGeom>
        </p:spPr>
      </p:pic>
      <p:pic>
        <p:nvPicPr>
          <p:cNvPr id="296" name="Graphic 295">
            <a:extLst>
              <a:ext uri="{FF2B5EF4-FFF2-40B4-BE49-F238E27FC236}">
                <a16:creationId xmlns:a16="http://schemas.microsoft.com/office/drawing/2014/main" id="{FD44E290-78B5-E8DA-BDFD-DB17FE334EB3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7019230" y="3734308"/>
            <a:ext cx="354236" cy="354236"/>
          </a:xfrm>
          <a:prstGeom prst="rect">
            <a:avLst/>
          </a:prstGeom>
        </p:spPr>
      </p:pic>
      <p:pic>
        <p:nvPicPr>
          <p:cNvPr id="298" name="Graphic 297">
            <a:extLst>
              <a:ext uri="{FF2B5EF4-FFF2-40B4-BE49-F238E27FC236}">
                <a16:creationId xmlns:a16="http://schemas.microsoft.com/office/drawing/2014/main" id="{01A4629B-F1D3-5C59-2544-8B4024F7098D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7610503" y="3700662"/>
            <a:ext cx="354236" cy="354236"/>
          </a:xfrm>
          <a:prstGeom prst="rect">
            <a:avLst/>
          </a:prstGeom>
        </p:spPr>
      </p:pic>
      <p:pic>
        <p:nvPicPr>
          <p:cNvPr id="300" name="Graphic 299">
            <a:extLst>
              <a:ext uri="{FF2B5EF4-FFF2-40B4-BE49-F238E27FC236}">
                <a16:creationId xmlns:a16="http://schemas.microsoft.com/office/drawing/2014/main" id="{578597AB-25F3-AA34-5203-DCEE9B9CDD93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178601" y="3737857"/>
            <a:ext cx="354236" cy="354236"/>
          </a:xfrm>
          <a:prstGeom prst="rect">
            <a:avLst/>
          </a:prstGeom>
        </p:spPr>
      </p:pic>
      <p:pic>
        <p:nvPicPr>
          <p:cNvPr id="302" name="Graphic 301">
            <a:extLst>
              <a:ext uri="{FF2B5EF4-FFF2-40B4-BE49-F238E27FC236}">
                <a16:creationId xmlns:a16="http://schemas.microsoft.com/office/drawing/2014/main" id="{2C2BDDF1-3247-03C2-9A0A-14B21B932EA8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363524" y="4211882"/>
            <a:ext cx="428625" cy="428625"/>
          </a:xfrm>
          <a:prstGeom prst="rect">
            <a:avLst/>
          </a:prstGeom>
        </p:spPr>
      </p:pic>
      <p:pic>
        <p:nvPicPr>
          <p:cNvPr id="304" name="Graphic 303">
            <a:extLst>
              <a:ext uri="{FF2B5EF4-FFF2-40B4-BE49-F238E27FC236}">
                <a16:creationId xmlns:a16="http://schemas.microsoft.com/office/drawing/2014/main" id="{42B07CA8-8D29-7C24-41ED-EC619CEC4ACD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898683" y="4207910"/>
            <a:ext cx="428625" cy="428625"/>
          </a:xfrm>
          <a:prstGeom prst="rect">
            <a:avLst/>
          </a:prstGeom>
        </p:spPr>
      </p:pic>
      <p:pic>
        <p:nvPicPr>
          <p:cNvPr id="306" name="Graphic 305">
            <a:extLst>
              <a:ext uri="{FF2B5EF4-FFF2-40B4-BE49-F238E27FC236}">
                <a16:creationId xmlns:a16="http://schemas.microsoft.com/office/drawing/2014/main" id="{F4F93968-0BE7-9F32-2A57-2CAD43F3F645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1473899" y="4206139"/>
            <a:ext cx="428625" cy="428625"/>
          </a:xfrm>
          <a:prstGeom prst="rect">
            <a:avLst/>
          </a:prstGeom>
        </p:spPr>
      </p:pic>
      <p:pic>
        <p:nvPicPr>
          <p:cNvPr id="308" name="Graphic 307">
            <a:extLst>
              <a:ext uri="{FF2B5EF4-FFF2-40B4-BE49-F238E27FC236}">
                <a16:creationId xmlns:a16="http://schemas.microsoft.com/office/drawing/2014/main" id="{02E5390E-2993-9433-67E7-0CED5D8A94D8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2041779" y="4201052"/>
            <a:ext cx="428625" cy="428625"/>
          </a:xfrm>
          <a:prstGeom prst="rect">
            <a:avLst/>
          </a:prstGeom>
        </p:spPr>
      </p:pic>
      <p:pic>
        <p:nvPicPr>
          <p:cNvPr id="310" name="Graphic 309">
            <a:extLst>
              <a:ext uri="{FF2B5EF4-FFF2-40B4-BE49-F238E27FC236}">
                <a16:creationId xmlns:a16="http://schemas.microsoft.com/office/drawing/2014/main" id="{CD294C7A-CB6A-C0E7-8AF7-EE36DFB78EC0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2596917" y="4218541"/>
            <a:ext cx="4286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1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8B99-0DFC-9868-7771-CDBCCF2C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4F43F-BFF7-1972-C756-50F0EF2D4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C18EC-0E87-D6D9-0A3E-3069CD3F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7777C-D0F1-0FA3-66B4-A662C563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51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8B99-0DFC-9868-7771-CDBCCF2C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4F43F-BFF7-1972-C756-50F0EF2D4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8845C-543E-CED6-5DBF-CFE7BC9E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5C2EF-2B54-2377-262F-E53D1006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9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doctor checking a child's teeth&#10;&#10;Description automatically generated with low confidence">
            <a:extLst>
              <a:ext uri="{FF2B5EF4-FFF2-40B4-BE49-F238E27FC236}">
                <a16:creationId xmlns:a16="http://schemas.microsoft.com/office/drawing/2014/main" id="{5E3FDAF3-B711-817E-739A-0C4166911E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1CF316-266F-B53A-2232-C3ED7954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BFB52-1186-4C6D-D7BC-803D2E27A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FC62E5-8362-92F4-594C-68EFF1A0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C33C0-9A1A-4D09-50A8-4BAF18E4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9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1CF316-266F-B53A-2232-C3ED7954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BFB52-1186-4C6D-D7BC-803D2E27A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Subhead</a:t>
            </a:r>
          </a:p>
        </p:txBody>
      </p:sp>
      <p:pic>
        <p:nvPicPr>
          <p:cNvPr id="17" name="Picture Placeholder 16" descr="A picture containing person, underwear&#10;&#10;Description automatically generated">
            <a:extLst>
              <a:ext uri="{FF2B5EF4-FFF2-40B4-BE49-F238E27FC236}">
                <a16:creationId xmlns:a16="http://schemas.microsoft.com/office/drawing/2014/main" id="{D7D6F208-2A6C-A4A0-1BEA-574D9403DD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9E2054-B317-795C-6ECF-A5D64AD3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230BD-AF5E-9846-62E8-934AE6B1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0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6CB60-DEBB-F8EE-06E5-6A6BD63E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4C4A-3A3B-2AB0-83AB-49E4BC62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E7E53-D2AC-BF99-1345-77A2D37B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can be a divider or a slide with a statement</a:t>
            </a:r>
          </a:p>
        </p:txBody>
      </p:sp>
    </p:spTree>
    <p:extLst>
      <p:ext uri="{BB962C8B-B14F-4D97-AF65-F5344CB8AC3E}">
        <p14:creationId xmlns:p14="http://schemas.microsoft.com/office/powerpoint/2010/main" val="38454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7E53-D2AC-BF99-1345-77A2D37B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can be a divider or a slide with a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3C2EE-12CA-A4B1-52AD-F205B94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D727E-202E-C9DC-A6AD-FC4060FD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02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FAF6-5E18-584C-892B-C6043FE7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Headline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721B95-EDE0-A415-97CA-98E2B3CC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and property of Intermountain Health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0D9C0F-A1C1-AE9B-A79A-A10F6B7E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0C570-6247-8B1B-5DD8-AFFCABC2B4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Subhead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AC614-8603-AF30-FD3F-8D37101F87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endParaRPr lang="en-US" dirty="0"/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cons </a:t>
            </a:r>
            <a:r>
              <a:rPr lang="en-US" dirty="0" err="1"/>
              <a:t>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9" name="Picture Placeholder 8" descr="A picture containing person, wall, person, old&#10;&#10;Description automatically generated">
            <a:extLst>
              <a:ext uri="{FF2B5EF4-FFF2-40B4-BE49-F238E27FC236}">
                <a16:creationId xmlns:a16="http://schemas.microsoft.com/office/drawing/2014/main" id="{9DDB72F7-EE87-45CC-9167-5B8BC615C9D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BBB68E-15E5-8F3F-8DE3-5C62C52A83B0}"/>
              </a:ext>
            </a:extLst>
          </p:cNvPr>
          <p:cNvSpPr txBox="1"/>
          <p:nvPr/>
        </p:nvSpPr>
        <p:spPr>
          <a:xfrm>
            <a:off x="410901" y="4355334"/>
            <a:ext cx="3749040" cy="1077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dirty="0"/>
              <a:t>Optional source placeholder 7pt in text box set to grow up from bottom.</a:t>
            </a:r>
          </a:p>
        </p:txBody>
      </p:sp>
    </p:spTree>
    <p:extLst>
      <p:ext uri="{BB962C8B-B14F-4D97-AF65-F5344CB8AC3E}">
        <p14:creationId xmlns:p14="http://schemas.microsoft.com/office/powerpoint/2010/main" val="4247898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in a white dress&#10;&#10;Description automatically generated with medium confidence">
            <a:extLst>
              <a:ext uri="{FF2B5EF4-FFF2-40B4-BE49-F238E27FC236}">
                <a16:creationId xmlns:a16="http://schemas.microsoft.com/office/drawing/2014/main" id="{24D3E4EB-FCD2-9AB7-9351-7E3FD8ABE9D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25FAF6-5E18-584C-892B-C6043FE7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Headline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6FDFD1-0B52-A28A-B69E-8E4B06E4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42D303-1264-E8E7-39DC-2DE8BEC0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0C570-6247-8B1B-5DD8-AFFCABC2B4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Subhead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AC614-8603-AF30-FD3F-8D37101F87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endParaRPr lang="en-US" dirty="0"/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cons </a:t>
            </a:r>
            <a:r>
              <a:rPr lang="en-US" dirty="0" err="1"/>
              <a:t>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59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81A6-5244-FBF7-7049-F0D4BEB6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41ECB-4C04-22A8-DE10-8CFC90D9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6D240-54A5-4F32-43CC-7D94BE9345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pic>
        <p:nvPicPr>
          <p:cNvPr id="13" name="Picture Placeholder 12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993ADC61-0CAC-080A-F295-B94EF421139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7324865-74C5-1FFA-AA45-5A52EF61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a statement, use it when you are trying to make a point</a:t>
            </a:r>
          </a:p>
        </p:txBody>
      </p:sp>
    </p:spTree>
    <p:extLst>
      <p:ext uri="{BB962C8B-B14F-4D97-AF65-F5344CB8AC3E}">
        <p14:creationId xmlns:p14="http://schemas.microsoft.com/office/powerpoint/2010/main" val="197515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12674-BAB7-BF62-7F26-B354D142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4471C-021B-C8FA-3A65-51892850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F2F0F-061D-555F-CCB7-CCB3BDBF77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br>
              <a:rPr lang="en-US" dirty="0"/>
            </a:br>
            <a:r>
              <a:rPr lang="en-US" dirty="0"/>
              <a:t>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Hyperlink here</a:t>
            </a:r>
            <a:endParaRPr lang="en-US" dirty="0"/>
          </a:p>
        </p:txBody>
      </p:sp>
      <p:pic>
        <p:nvPicPr>
          <p:cNvPr id="18" name="Picture Placeholder 17" descr="A picture containing person, indoor, wall&#10;&#10;Description automatically generated">
            <a:extLst>
              <a:ext uri="{FF2B5EF4-FFF2-40B4-BE49-F238E27FC236}">
                <a16:creationId xmlns:a16="http://schemas.microsoft.com/office/drawing/2014/main" id="{26D299C4-8E5B-F10C-5323-3F86AA8EE47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924333E-D10B-E84C-3E4E-8CF9A21E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for Short Content and Photograph</a:t>
            </a:r>
          </a:p>
        </p:txBody>
      </p:sp>
    </p:spTree>
    <p:extLst>
      <p:ext uri="{BB962C8B-B14F-4D97-AF65-F5344CB8AC3E}">
        <p14:creationId xmlns:p14="http://schemas.microsoft.com/office/powerpoint/2010/main" val="3613060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person sitting in a chair&#10;&#10;Description automatically generated with low confidence">
            <a:extLst>
              <a:ext uri="{FF2B5EF4-FFF2-40B4-BE49-F238E27FC236}">
                <a16:creationId xmlns:a16="http://schemas.microsoft.com/office/drawing/2014/main" id="{5CE47DA1-794E-086E-6929-14B67429B5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859E6B-81D7-4FE6-5FDF-81B1DDC3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a headline on an image.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8C44E-2151-E02C-2D88-5B197607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EEE28-9D07-3601-7AD9-7A74F215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DD00489-137B-7F3B-4178-D8323B891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15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5CE47DA1-794E-086E-6929-14B67429B5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8C44E-2151-E02C-2D88-5B197607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EEE28-9D07-3601-7AD9-7A74F215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DD00489-137B-7F3B-4178-D8323B891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148FA7-8515-6D49-53D0-E6D51246DF26}"/>
              </a:ext>
            </a:extLst>
          </p:cNvPr>
          <p:cNvSpPr/>
          <p:nvPr/>
        </p:nvSpPr>
        <p:spPr>
          <a:xfrm>
            <a:off x="0" y="3499734"/>
            <a:ext cx="9144000" cy="948352"/>
          </a:xfrm>
          <a:prstGeom prst="rect">
            <a:avLst/>
          </a:prstGeom>
          <a:gradFill>
            <a:gsLst>
              <a:gs pos="26000">
                <a:schemeClr val="accent2">
                  <a:alpha val="71000"/>
                </a:schemeClr>
              </a:gs>
              <a:gs pos="98000">
                <a:schemeClr val="accent3">
                  <a:alpha val="72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0">
            <a:extLst>
              <a:ext uri="{FF2B5EF4-FFF2-40B4-BE49-F238E27FC236}">
                <a16:creationId xmlns:a16="http://schemas.microsoft.com/office/drawing/2014/main" id="{6CB6C6DB-7BC3-33BE-4998-ADE85947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sz="2800" dirty="0">
                <a:solidFill>
                  <a:schemeClr val="bg2"/>
                </a:solidFill>
              </a:rPr>
              <a:t>This is a slide with a headline in a gradient bar.</a:t>
            </a:r>
          </a:p>
        </p:txBody>
      </p:sp>
    </p:spTree>
    <p:extLst>
      <p:ext uri="{BB962C8B-B14F-4D97-AF65-F5344CB8AC3E}">
        <p14:creationId xmlns:p14="http://schemas.microsoft.com/office/powerpoint/2010/main" val="3818632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5CE47DA1-794E-086E-6929-14B67429B5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8C44E-2151-E02C-2D88-5B197607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EEE28-9D07-3601-7AD9-7A74F215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DD00489-137B-7F3B-4178-D8323B891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212" y="4716476"/>
            <a:ext cx="700088" cy="214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A06652-B620-53B6-39EA-EAF68AB36525}"/>
              </a:ext>
            </a:extLst>
          </p:cNvPr>
          <p:cNvSpPr/>
          <p:nvPr/>
        </p:nvSpPr>
        <p:spPr>
          <a:xfrm>
            <a:off x="0" y="3499734"/>
            <a:ext cx="9144000" cy="948352"/>
          </a:xfrm>
          <a:prstGeom prst="rect">
            <a:avLst/>
          </a:prstGeom>
          <a:solidFill>
            <a:schemeClr val="accent2">
              <a:alpha val="8022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0">
            <a:extLst>
              <a:ext uri="{FF2B5EF4-FFF2-40B4-BE49-F238E27FC236}">
                <a16:creationId xmlns:a16="http://schemas.microsoft.com/office/drawing/2014/main" id="{6CB6C6DB-7BC3-33BE-4998-ADE85947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sz="2800" dirty="0">
                <a:solidFill>
                  <a:schemeClr val="bg2"/>
                </a:solidFill>
              </a:rPr>
              <a:t>This is a slide with a headline in </a:t>
            </a:r>
            <a:r>
              <a:rPr lang="en-US" sz="2800">
                <a:solidFill>
                  <a:schemeClr val="bg2"/>
                </a:solidFill>
              </a:rPr>
              <a:t>a </a:t>
            </a:r>
            <a:r>
              <a:rPr lang="en-US"/>
              <a:t>blue</a:t>
            </a:r>
            <a:r>
              <a:rPr lang="en-US" sz="2800">
                <a:solidFill>
                  <a:schemeClr val="bg2"/>
                </a:solidFill>
              </a:rPr>
              <a:t> </a:t>
            </a:r>
            <a:r>
              <a:rPr lang="en-US" sz="2800" dirty="0">
                <a:solidFill>
                  <a:schemeClr val="bg2"/>
                </a:solidFill>
              </a:rPr>
              <a:t>bar.</a:t>
            </a:r>
          </a:p>
        </p:txBody>
      </p:sp>
    </p:spTree>
    <p:extLst>
      <p:ext uri="{BB962C8B-B14F-4D97-AF65-F5344CB8AC3E}">
        <p14:creationId xmlns:p14="http://schemas.microsoft.com/office/powerpoint/2010/main" val="2794025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A48B5-543D-E3A1-5A27-326FA542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3621-66A2-10E0-67AD-D25A74E8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724315-2B19-3AFC-9060-EADAE62887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80BBA5-8DF2-C6A5-1851-219768B0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</a:t>
            </a:r>
            <a:br>
              <a:rPr lang="en-US" dirty="0"/>
            </a:br>
            <a:r>
              <a:rPr lang="en-US" dirty="0"/>
              <a:t>with a statement, use it when you are trying to </a:t>
            </a:r>
            <a:br>
              <a:rPr lang="en-US" dirty="0"/>
            </a:br>
            <a:r>
              <a:rPr lang="en-US" dirty="0"/>
              <a:t>make a point</a:t>
            </a:r>
          </a:p>
        </p:txBody>
      </p:sp>
    </p:spTree>
    <p:extLst>
      <p:ext uri="{BB962C8B-B14F-4D97-AF65-F5344CB8AC3E}">
        <p14:creationId xmlns:p14="http://schemas.microsoft.com/office/powerpoint/2010/main" val="3744230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724315-2B19-3AFC-9060-EADAE62887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80BBA5-8DF2-C6A5-1851-219768B0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</a:t>
            </a:r>
            <a:br>
              <a:rPr lang="en-US" dirty="0"/>
            </a:br>
            <a:r>
              <a:rPr lang="en-US" dirty="0"/>
              <a:t>with a statement, use it when you are trying to </a:t>
            </a:r>
            <a:br>
              <a:rPr lang="en-US" dirty="0"/>
            </a:br>
            <a:r>
              <a:rPr lang="en-US" dirty="0"/>
              <a:t>make a point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50046-E93B-4BEF-C9B0-4B0CF27A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9815D-E288-8EDF-F7E7-973091B1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70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724315-2B19-3AFC-9060-EADAE62887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80BBA5-8DF2-C6A5-1851-219768B0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</a:t>
            </a:r>
            <a:br>
              <a:rPr lang="en-US" dirty="0"/>
            </a:br>
            <a:r>
              <a:rPr lang="en-US" dirty="0"/>
              <a:t>with a statement, use it when you are trying to </a:t>
            </a:r>
            <a:br>
              <a:rPr lang="en-US" dirty="0"/>
            </a:br>
            <a:r>
              <a:rPr lang="en-US" dirty="0"/>
              <a:t>make a point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36B50-212B-A1D3-45E8-23883BC1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2594C-1E4B-4CF0-72BA-B1FC0400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99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145D0E-6E96-4A9A-7C11-13E56D1E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One Column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A956F-C95D-3FA7-9145-B6944B818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vel illum dolore </a:t>
            </a:r>
            <a:r>
              <a:rPr lang="en-US" dirty="0" err="1"/>
              <a:t>dignissim</a:t>
            </a:r>
            <a:r>
              <a:rPr lang="en-US" dirty="0"/>
              <a:t> qui </a:t>
            </a:r>
            <a:r>
              <a:rPr lang="en-US" dirty="0" err="1"/>
              <a:t>blandit</a:t>
            </a:r>
            <a:r>
              <a:rPr lang="en-US" dirty="0"/>
              <a:t> present. 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cons </a:t>
            </a:r>
            <a:r>
              <a:rPr lang="en-US" dirty="0" err="1"/>
              <a:t>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CDB284-016C-EB7B-BE45-4A89180F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21C41A-AA79-FFDE-A07D-A12CAE64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4C775D-F76A-7786-0145-22A649C3F1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2029988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2798-E8CD-7D15-6166-D2981521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Two Columns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B36F-F67F-F6DD-D50B-426397D2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4BB12-CEE7-2407-99C8-673FDCF2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69A11-FE78-4378-62E6-E05BD93DB5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Subhead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F412B16-B4E5-8B14-1583-C13713E359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cons </a:t>
            </a:r>
            <a:r>
              <a:rPr lang="en-US" dirty="0" err="1"/>
              <a:t>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3A142-E3D5-6AF4-9BE1-0D36A3C6682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r>
              <a:rPr lang="en-US" dirty="0"/>
              <a:t>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autem.</a:t>
            </a:r>
          </a:p>
        </p:txBody>
      </p:sp>
    </p:spTree>
    <p:extLst>
      <p:ext uri="{BB962C8B-B14F-4D97-AF65-F5344CB8AC3E}">
        <p14:creationId xmlns:p14="http://schemas.microsoft.com/office/powerpoint/2010/main" val="304372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2798-E8CD-7D15-6166-D2981521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With Three Columns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7749-E992-327D-15B9-92D628DC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57252-C90F-99E5-D4A2-B3A84268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69A11-FE78-4378-62E6-E05BD93DB5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Subhead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F412B16-B4E5-8B14-1583-C13713E359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  <a:p>
            <a:r>
              <a:rPr lang="en-US" dirty="0"/>
              <a:t>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3A142-E3D5-6AF4-9BE1-0D36A3C6682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  <a:p>
            <a:r>
              <a:rPr lang="en-US" dirty="0"/>
              <a:t>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F630DFE-07AC-B650-77DB-388DD0B5F2EE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  <a:p>
            <a:r>
              <a:rPr lang="en-US" dirty="0"/>
              <a:t>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74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32F2-D6F5-3F25-ECD1-19607A31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Blank Slide With a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1A65-37DE-94CB-F64C-596E2A192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4AC1C-0F18-8332-7DDF-CB6FDDDE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60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43590E43-B3E5-9567-E378-BF5CECAB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393106"/>
            <a:ext cx="8463645" cy="730353"/>
          </a:xfrm>
        </p:spPr>
        <p:txBody>
          <a:bodyPr/>
          <a:lstStyle/>
          <a:p>
            <a:r>
              <a:rPr lang="en-US" dirty="0"/>
              <a:t>This Is a Slide With Three Columns &amp; Photography.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06116C5-28B1-310B-A1F7-821BC9EF56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.</a:t>
            </a:r>
          </a:p>
        </p:txBody>
      </p:sp>
      <p:pic>
        <p:nvPicPr>
          <p:cNvPr id="27" name="Picture Placeholder 26" descr="A picture containing person, outdoor, standing&#10;&#10;Description automatically generated">
            <a:extLst>
              <a:ext uri="{FF2B5EF4-FFF2-40B4-BE49-F238E27FC236}">
                <a16:creationId xmlns:a16="http://schemas.microsoft.com/office/drawing/2014/main" id="{EB7CCA17-3185-06A2-7A99-D877EBF02CE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9" name="Picture Placeholder 28" descr="A doctor checking a child's teeth&#10;&#10;Description automatically generated with low confidence">
            <a:extLst>
              <a:ext uri="{FF2B5EF4-FFF2-40B4-BE49-F238E27FC236}">
                <a16:creationId xmlns:a16="http://schemas.microsoft.com/office/drawing/2014/main" id="{0CEBFC91-707A-C013-7DB2-7FD142B82B9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31" name="Picture Placeholder 30" descr="A picture containing person, car&#10;&#10;Description automatically generated">
            <a:extLst>
              <a:ext uri="{FF2B5EF4-FFF2-40B4-BE49-F238E27FC236}">
                <a16:creationId xmlns:a16="http://schemas.microsoft.com/office/drawing/2014/main" id="{84A54A5F-0999-7B34-056C-31AB7258FA0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5EC6198-8F79-B9A9-6104-E2497E2393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Lorem ipsum dolor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C140C53-15EF-6907-6BE1-7BA35C344E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Lorem ipsum dolor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FB9FD5-4D7B-FE44-E610-239B9F93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F9775-7160-BBE1-8916-7955DC49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5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A doctor checking a child's teeth&#10;&#10;Description automatically generated with low confidence">
            <a:extLst>
              <a:ext uri="{FF2B5EF4-FFF2-40B4-BE49-F238E27FC236}">
                <a16:creationId xmlns:a16="http://schemas.microsoft.com/office/drawing/2014/main" id="{761548FD-B4E8-B630-0132-34EA7B6D6F6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DF9BF20C-4E2D-3A97-02D1-9841C2A3E1F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79F1C0-9851-287F-8DDC-71EBE1EF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</a:t>
            </a:r>
            <a:br>
              <a:rPr lang="en-US" dirty="0"/>
            </a:br>
            <a:r>
              <a:rPr lang="en-US" dirty="0"/>
              <a:t>Slide With </a:t>
            </a:r>
            <a:br>
              <a:rPr lang="en-US" dirty="0"/>
            </a:br>
            <a:r>
              <a:rPr lang="en-US" dirty="0"/>
              <a:t>Two Columns, Photography, Bullet Points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A971B49-0D8E-B381-F2EF-A8E1BB5C05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4458680-1E0D-DFBF-2466-5423A5B315E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45B1EC-95E4-F9D7-FE6B-A1B689F5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E039C-1AE3-5094-3392-42A8FAC5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95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22B4-2E96-32B1-234D-1335114F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Chart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FE897-A316-D8CC-54EC-91BC0271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CCA89-8292-50B7-7EAE-9C1B3A83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AD1CD6E-3D08-A91B-8B21-1FB7A15C3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6527146"/>
              </p:ext>
            </p:extLst>
          </p:nvPr>
        </p:nvGraphicFramePr>
        <p:xfrm>
          <a:off x="1781497" y="1397487"/>
          <a:ext cx="5581002" cy="3134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3777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93560-4A9F-640E-8C87-BAA3CBBD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F6056D-2B0F-5F66-D674-BF316221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05BA6-C297-3DAE-BCA7-9FD9BB77C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br>
              <a:rPr lang="en-US" dirty="0"/>
            </a:br>
            <a:r>
              <a:rPr lang="en-US" dirty="0"/>
              <a:t>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</a:t>
            </a:r>
            <a:br>
              <a:rPr lang="en-US" dirty="0"/>
            </a:br>
            <a:r>
              <a:rPr lang="en-US" dirty="0"/>
              <a:t>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022B4-2E96-32B1-234D-1335114F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 With Text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3736CBD-1C71-B029-654A-B4287ECB18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1735270"/>
              </p:ext>
            </p:extLst>
          </p:nvPr>
        </p:nvGraphicFramePr>
        <p:xfrm>
          <a:off x="3614870" y="573262"/>
          <a:ext cx="5098918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8456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A9922-D9D4-FAEC-268D-D1878C47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0F2BD-954C-7C9C-AB60-6720CC04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05BA6-C297-3DAE-BCA7-9FD9BB77C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br>
              <a:rPr lang="en-US" dirty="0"/>
            </a:br>
            <a:r>
              <a:rPr lang="en-US" dirty="0"/>
              <a:t>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</a:t>
            </a:r>
            <a:br>
              <a:rPr lang="en-US" dirty="0"/>
            </a:br>
            <a:r>
              <a:rPr lang="en-US" dirty="0"/>
              <a:t>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022B4-2E96-32B1-234D-1335114F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 With Text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E1F3E4C-AD3B-C588-862A-2FCF09725D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989296"/>
              </p:ext>
            </p:extLst>
          </p:nvPr>
        </p:nvGraphicFramePr>
        <p:xfrm>
          <a:off x="3614870" y="573262"/>
          <a:ext cx="5098918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869A9C6D-EA04-3DA4-331F-56A5831D4FA5}"/>
              </a:ext>
            </a:extLst>
          </p:cNvPr>
          <p:cNvGrpSpPr/>
          <p:nvPr/>
        </p:nvGrpSpPr>
        <p:grpSpPr>
          <a:xfrm>
            <a:off x="6316717" y="318107"/>
            <a:ext cx="2490954" cy="922113"/>
            <a:chOff x="6316717" y="318107"/>
            <a:chExt cx="2490954" cy="92211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2AF618B-D204-7357-66E6-7D44C151E0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86713" y="390525"/>
              <a:ext cx="1038186" cy="790696"/>
            </a:xfrm>
            <a:prstGeom prst="rect">
              <a:avLst/>
            </a:prstGeom>
            <a:ln>
              <a:solidFill>
                <a:schemeClr val="bg2">
                  <a:lumMod val="85000"/>
                </a:schemeClr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A35760-15C8-3202-A710-7C92C2FCEEEC}"/>
                </a:ext>
              </a:extLst>
            </p:cNvPr>
            <p:cNvSpPr/>
            <p:nvPr/>
          </p:nvSpPr>
          <p:spPr>
            <a:xfrm>
              <a:off x="6316717" y="318107"/>
              <a:ext cx="2490954" cy="922113"/>
            </a:xfrm>
            <a:prstGeom prst="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188720" rtlCol="0" anchor="ctr" anchorCtr="0"/>
            <a:lstStyle/>
            <a:p>
              <a:r>
                <a:rPr lang="en-US" sz="700" b="1" dirty="0">
                  <a:solidFill>
                    <a:schemeClr val="accent3"/>
                  </a:solidFill>
                </a:rPr>
                <a:t>Note: We can use tints and shades from our color palette automatically created by PowerPoint for graphs and charts only.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0749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5C4A6-4850-58AC-B1C2-F870E2EF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E5D731-5E78-238F-CE4A-B95636C2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05BA6-C297-3DAE-BCA7-9FD9BB77C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br>
              <a:rPr lang="en-US" dirty="0"/>
            </a:br>
            <a:r>
              <a:rPr lang="en-US" dirty="0"/>
              <a:t>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</a:t>
            </a:r>
            <a:br>
              <a:rPr lang="en-US" dirty="0"/>
            </a:br>
            <a:r>
              <a:rPr lang="en-US" dirty="0"/>
              <a:t>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022B4-2E96-32B1-234D-1335114F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With Pyramid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39227CF-5B4A-F662-D844-F279C96EC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0167627"/>
              </p:ext>
            </p:extLst>
          </p:nvPr>
        </p:nvGraphicFramePr>
        <p:xfrm>
          <a:off x="3546503" y="1076772"/>
          <a:ext cx="4858781" cy="3202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3733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CB35-8809-DBBD-69ED-F4ACD0F2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Slide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A26ED-551A-00BF-70FB-90C2DC81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349D-02E8-7395-98A7-6A02A980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C55A5F5-2215-B246-908E-460788538618}"/>
              </a:ext>
            </a:extLst>
          </p:cNvPr>
          <p:cNvGrpSpPr/>
          <p:nvPr/>
        </p:nvGrpSpPr>
        <p:grpSpPr>
          <a:xfrm>
            <a:off x="1841620" y="1516565"/>
            <a:ext cx="5465034" cy="2550607"/>
            <a:chOff x="1841620" y="1516565"/>
            <a:chExt cx="5465034" cy="255060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42DCF7-F748-D60D-9AB8-52E9B1B8BBD1}"/>
                </a:ext>
              </a:extLst>
            </p:cNvPr>
            <p:cNvSpPr/>
            <p:nvPr/>
          </p:nvSpPr>
          <p:spPr>
            <a:xfrm>
              <a:off x="2555194" y="2042445"/>
              <a:ext cx="3666144" cy="230736"/>
            </a:xfrm>
            <a:custGeom>
              <a:avLst/>
              <a:gdLst>
                <a:gd name="connsiteX0" fmla="*/ 0 w 3683237"/>
                <a:gd name="connsiteY0" fmla="*/ 230736 h 230736"/>
                <a:gd name="connsiteX1" fmla="*/ 0 w 3683237"/>
                <a:gd name="connsiteY1" fmla="*/ 0 h 230736"/>
                <a:gd name="connsiteX2" fmla="*/ 3683237 w 3683237"/>
                <a:gd name="connsiteY2" fmla="*/ 0 h 230736"/>
                <a:gd name="connsiteX3" fmla="*/ 3683237 w 3683237"/>
                <a:gd name="connsiteY3" fmla="*/ 222191 h 230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83237" h="230736">
                  <a:moveTo>
                    <a:pt x="0" y="230736"/>
                  </a:moveTo>
                  <a:lnTo>
                    <a:pt x="0" y="0"/>
                  </a:lnTo>
                  <a:lnTo>
                    <a:pt x="3683237" y="0"/>
                  </a:lnTo>
                  <a:lnTo>
                    <a:pt x="3683237" y="222191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3F28C1-9C49-CE8D-505C-A64D5F39D1DF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4398948" y="1824039"/>
              <a:ext cx="0" cy="440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84F6E24-E259-0D9D-7E95-AA579906538C}"/>
                </a:ext>
              </a:extLst>
            </p:cNvPr>
            <p:cNvGrpSpPr/>
            <p:nvPr/>
          </p:nvGrpSpPr>
          <p:grpSpPr>
            <a:xfrm>
              <a:off x="1982624" y="2571750"/>
              <a:ext cx="217920" cy="1333678"/>
              <a:chOff x="1982624" y="2571750"/>
              <a:chExt cx="217920" cy="133367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44EF9FD-569D-D012-3B77-7BC86DE1D6A5}"/>
                  </a:ext>
                </a:extLst>
              </p:cNvPr>
              <p:cNvSpPr/>
              <p:nvPr/>
            </p:nvSpPr>
            <p:spPr>
              <a:xfrm>
                <a:off x="1982624" y="2571750"/>
                <a:ext cx="213646" cy="1333678"/>
              </a:xfrm>
              <a:custGeom>
                <a:avLst/>
                <a:gdLst>
                  <a:gd name="connsiteX0" fmla="*/ 0 w 205099"/>
                  <a:gd name="connsiteY0" fmla="*/ 0 h 1350235"/>
                  <a:gd name="connsiteX1" fmla="*/ 0 w 205099"/>
                  <a:gd name="connsiteY1" fmla="*/ 1350235 h 1350235"/>
                  <a:gd name="connsiteX2" fmla="*/ 205099 w 205099"/>
                  <a:gd name="connsiteY2" fmla="*/ 1350235 h 1350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099" h="1350235">
                    <a:moveTo>
                      <a:pt x="0" y="0"/>
                    </a:moveTo>
                    <a:lnTo>
                      <a:pt x="0" y="1350235"/>
                    </a:lnTo>
                    <a:lnTo>
                      <a:pt x="205099" y="135023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0A6A1A7-C307-BAA9-8C76-2AED54797FDB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1982624" y="3165724"/>
                <a:ext cx="217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F29DC5F-0E2A-FD29-17B6-A7D2648C6557}"/>
                </a:ext>
              </a:extLst>
            </p:cNvPr>
            <p:cNvGrpSpPr/>
            <p:nvPr/>
          </p:nvGrpSpPr>
          <p:grpSpPr>
            <a:xfrm>
              <a:off x="3837061" y="2571750"/>
              <a:ext cx="217920" cy="1333678"/>
              <a:chOff x="1999716" y="2571750"/>
              <a:chExt cx="217920" cy="1333678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EFAA1FC-F374-544B-C89F-768879C31596}"/>
                  </a:ext>
                </a:extLst>
              </p:cNvPr>
              <p:cNvSpPr/>
              <p:nvPr/>
            </p:nvSpPr>
            <p:spPr>
              <a:xfrm>
                <a:off x="1999716" y="2571750"/>
                <a:ext cx="213646" cy="1333678"/>
              </a:xfrm>
              <a:custGeom>
                <a:avLst/>
                <a:gdLst>
                  <a:gd name="connsiteX0" fmla="*/ 0 w 205099"/>
                  <a:gd name="connsiteY0" fmla="*/ 0 h 1350235"/>
                  <a:gd name="connsiteX1" fmla="*/ 0 w 205099"/>
                  <a:gd name="connsiteY1" fmla="*/ 1350235 h 1350235"/>
                  <a:gd name="connsiteX2" fmla="*/ 205099 w 205099"/>
                  <a:gd name="connsiteY2" fmla="*/ 1350235 h 1350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099" h="1350235">
                    <a:moveTo>
                      <a:pt x="0" y="0"/>
                    </a:moveTo>
                    <a:lnTo>
                      <a:pt x="0" y="1350235"/>
                    </a:lnTo>
                    <a:lnTo>
                      <a:pt x="205099" y="135023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8EC4C00-DB5A-A65A-7DE5-D7E781A7E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716" y="3165724"/>
                <a:ext cx="217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FB16444-2E26-336F-B3AD-028CE34C6405}"/>
                </a:ext>
              </a:extLst>
            </p:cNvPr>
            <p:cNvGrpSpPr/>
            <p:nvPr/>
          </p:nvGrpSpPr>
          <p:grpSpPr>
            <a:xfrm>
              <a:off x="5683467" y="2571750"/>
              <a:ext cx="217920" cy="1333678"/>
              <a:chOff x="1987411" y="2571750"/>
              <a:chExt cx="217920" cy="133367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249E440-1D9D-DBB3-B4B1-D1C90AC9C722}"/>
                  </a:ext>
                </a:extLst>
              </p:cNvPr>
              <p:cNvSpPr/>
              <p:nvPr/>
            </p:nvSpPr>
            <p:spPr>
              <a:xfrm>
                <a:off x="1987411" y="2571750"/>
                <a:ext cx="213646" cy="1333678"/>
              </a:xfrm>
              <a:custGeom>
                <a:avLst/>
                <a:gdLst>
                  <a:gd name="connsiteX0" fmla="*/ 0 w 205099"/>
                  <a:gd name="connsiteY0" fmla="*/ 0 h 1350235"/>
                  <a:gd name="connsiteX1" fmla="*/ 0 w 205099"/>
                  <a:gd name="connsiteY1" fmla="*/ 1350235 h 1350235"/>
                  <a:gd name="connsiteX2" fmla="*/ 205099 w 205099"/>
                  <a:gd name="connsiteY2" fmla="*/ 1350235 h 1350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099" h="1350235">
                    <a:moveTo>
                      <a:pt x="0" y="0"/>
                    </a:moveTo>
                    <a:lnTo>
                      <a:pt x="0" y="1350235"/>
                    </a:lnTo>
                    <a:lnTo>
                      <a:pt x="205099" y="135023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9F0DAE2-45E6-9DA3-97DA-543CAD4AC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7411" y="3165724"/>
                <a:ext cx="217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7687EF-4AA9-05CF-6B7C-0DBB2AB4E5B1}"/>
                </a:ext>
              </a:extLst>
            </p:cNvPr>
            <p:cNvSpPr/>
            <p:nvPr/>
          </p:nvSpPr>
          <p:spPr>
            <a:xfrm>
              <a:off x="3696057" y="1516565"/>
              <a:ext cx="1405782" cy="3074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Lorem ipsum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68E1B4-31AA-C807-F97A-3817CCFF4A13}"/>
                </a:ext>
              </a:extLst>
            </p:cNvPr>
            <p:cNvSpPr/>
            <p:nvPr/>
          </p:nvSpPr>
          <p:spPr>
            <a:xfrm>
              <a:off x="3696057" y="2264276"/>
              <a:ext cx="1405782" cy="30747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Lorem ipsum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9B429E-014B-248E-A4DB-0C4826EC629E}"/>
                </a:ext>
              </a:extLst>
            </p:cNvPr>
            <p:cNvSpPr/>
            <p:nvPr/>
          </p:nvSpPr>
          <p:spPr>
            <a:xfrm>
              <a:off x="1841620" y="2264276"/>
              <a:ext cx="1405782" cy="30747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Lorem ipsum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88D8DE-DAAA-83EB-F9CE-74EA52E88EE2}"/>
                </a:ext>
              </a:extLst>
            </p:cNvPr>
            <p:cNvSpPr/>
            <p:nvPr/>
          </p:nvSpPr>
          <p:spPr>
            <a:xfrm>
              <a:off x="5541948" y="2264276"/>
              <a:ext cx="1405782" cy="30747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Lorem ipsum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505FE-3C20-3947-F748-B3A752F25DFB}"/>
                </a:ext>
              </a:extLst>
            </p:cNvPr>
            <p:cNvSpPr/>
            <p:nvPr/>
          </p:nvSpPr>
          <p:spPr>
            <a:xfrm>
              <a:off x="4054981" y="3011987"/>
              <a:ext cx="1405782" cy="30747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E4EA67-7D15-5809-69B6-A7BE7378A13D}"/>
                </a:ext>
              </a:extLst>
            </p:cNvPr>
            <p:cNvSpPr/>
            <p:nvPr/>
          </p:nvSpPr>
          <p:spPr>
            <a:xfrm>
              <a:off x="2200544" y="3011987"/>
              <a:ext cx="1405782" cy="30747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3E995A-7C2E-3DFA-17DC-025E9883162C}"/>
                </a:ext>
              </a:extLst>
            </p:cNvPr>
            <p:cNvSpPr/>
            <p:nvPr/>
          </p:nvSpPr>
          <p:spPr>
            <a:xfrm>
              <a:off x="4054981" y="3759698"/>
              <a:ext cx="1405782" cy="30747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345308-CDE6-0CAC-BC40-96A37E12295B}"/>
                </a:ext>
              </a:extLst>
            </p:cNvPr>
            <p:cNvSpPr/>
            <p:nvPr/>
          </p:nvSpPr>
          <p:spPr>
            <a:xfrm>
              <a:off x="2200544" y="3759698"/>
              <a:ext cx="1405782" cy="30747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7A8E42-2D2C-15C6-AC8C-D9BBCD0F6F28}"/>
                </a:ext>
              </a:extLst>
            </p:cNvPr>
            <p:cNvSpPr/>
            <p:nvPr/>
          </p:nvSpPr>
          <p:spPr>
            <a:xfrm>
              <a:off x="5900872" y="3011987"/>
              <a:ext cx="1405782" cy="30747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3B4375-F6B4-B309-2579-398DE550BAD6}"/>
                </a:ext>
              </a:extLst>
            </p:cNvPr>
            <p:cNvSpPr/>
            <p:nvPr/>
          </p:nvSpPr>
          <p:spPr>
            <a:xfrm>
              <a:off x="5900872" y="3759698"/>
              <a:ext cx="1405782" cy="30747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Lorem ipsum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9284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Graphic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599E60-7352-B8C8-E748-E3378C209166}"/>
              </a:ext>
            </a:extLst>
          </p:cNvPr>
          <p:cNvSpPr/>
          <p:nvPr/>
        </p:nvSpPr>
        <p:spPr bwMode="ltGray">
          <a:xfrm>
            <a:off x="2048540" y="2161954"/>
            <a:ext cx="1346790" cy="134679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Group 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4600D1-0731-5441-DB55-11853C9D76FA}"/>
              </a:ext>
            </a:extLst>
          </p:cNvPr>
          <p:cNvSpPr/>
          <p:nvPr/>
        </p:nvSpPr>
        <p:spPr bwMode="ltGray">
          <a:xfrm>
            <a:off x="3902149" y="2161954"/>
            <a:ext cx="1346790" cy="13467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Group 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3B97E4-7461-7FBD-6749-3F0FEC45627F}"/>
              </a:ext>
            </a:extLst>
          </p:cNvPr>
          <p:cNvSpPr/>
          <p:nvPr/>
        </p:nvSpPr>
        <p:spPr bwMode="ltGray">
          <a:xfrm>
            <a:off x="5755758" y="2161954"/>
            <a:ext cx="1346790" cy="134679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Group C</a:t>
            </a:r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A6C560B9-93EC-C63C-B4C1-CFB82F85BC8A}"/>
              </a:ext>
            </a:extLst>
          </p:cNvPr>
          <p:cNvSpPr/>
          <p:nvPr/>
        </p:nvSpPr>
        <p:spPr bwMode="ltGray">
          <a:xfrm>
            <a:off x="3511292" y="2696008"/>
            <a:ext cx="279714" cy="28304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1DCA32D8-01F0-6CD5-DF56-C32D9A3341C8}"/>
              </a:ext>
            </a:extLst>
          </p:cNvPr>
          <p:cNvSpPr/>
          <p:nvPr/>
        </p:nvSpPr>
        <p:spPr bwMode="ltGray">
          <a:xfrm>
            <a:off x="5360082" y="2696008"/>
            <a:ext cx="279714" cy="283044"/>
          </a:xfrm>
          <a:prstGeom prst="mathEqual">
            <a:avLst>
              <a:gd name="adj1" fmla="val 21837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16B5-04BC-FB87-BAA5-EBEC0E71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5EBB6-DDC7-AF6C-E9FA-9C47BDDA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33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Graphic With Gradients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599E60-7352-B8C8-E748-E3378C209166}"/>
              </a:ext>
            </a:extLst>
          </p:cNvPr>
          <p:cNvSpPr/>
          <p:nvPr/>
        </p:nvSpPr>
        <p:spPr bwMode="invGray">
          <a:xfrm>
            <a:off x="2048540" y="2161954"/>
            <a:ext cx="1346790" cy="134679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Group 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4600D1-0731-5441-DB55-11853C9D76FA}"/>
              </a:ext>
            </a:extLst>
          </p:cNvPr>
          <p:cNvSpPr/>
          <p:nvPr/>
        </p:nvSpPr>
        <p:spPr bwMode="invGray">
          <a:xfrm>
            <a:off x="3902149" y="2161954"/>
            <a:ext cx="1346790" cy="134679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Group 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3B97E4-7461-7FBD-6749-3F0FEC45627F}"/>
              </a:ext>
            </a:extLst>
          </p:cNvPr>
          <p:cNvSpPr/>
          <p:nvPr/>
        </p:nvSpPr>
        <p:spPr bwMode="invGray">
          <a:xfrm>
            <a:off x="5755758" y="2161954"/>
            <a:ext cx="1346790" cy="134679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Group C</a:t>
            </a:r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A6C560B9-93EC-C63C-B4C1-CFB82F85BC8A}"/>
              </a:ext>
            </a:extLst>
          </p:cNvPr>
          <p:cNvSpPr/>
          <p:nvPr/>
        </p:nvSpPr>
        <p:spPr bwMode="ltGray">
          <a:xfrm>
            <a:off x="3511292" y="2696008"/>
            <a:ext cx="279714" cy="28304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1DCA32D8-01F0-6CD5-DF56-C32D9A3341C8}"/>
              </a:ext>
            </a:extLst>
          </p:cNvPr>
          <p:cNvSpPr/>
          <p:nvPr/>
        </p:nvSpPr>
        <p:spPr bwMode="ltGray">
          <a:xfrm>
            <a:off x="5360082" y="2696008"/>
            <a:ext cx="279714" cy="283044"/>
          </a:xfrm>
          <a:prstGeom prst="mathEqual">
            <a:avLst>
              <a:gd name="adj1" fmla="val 21837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749FC-5E6D-3583-E1B3-D1D27618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F7A09-A24A-25E1-54F2-16D21FC6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79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Graphic With Gradient Outline</a:t>
            </a:r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A6C560B9-93EC-C63C-B4C1-CFB82F85BC8A}"/>
              </a:ext>
            </a:extLst>
          </p:cNvPr>
          <p:cNvSpPr/>
          <p:nvPr/>
        </p:nvSpPr>
        <p:spPr bwMode="ltGray">
          <a:xfrm>
            <a:off x="3511292" y="2696008"/>
            <a:ext cx="279714" cy="28304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1DCA32D8-01F0-6CD5-DF56-C32D9A3341C8}"/>
              </a:ext>
            </a:extLst>
          </p:cNvPr>
          <p:cNvSpPr/>
          <p:nvPr/>
        </p:nvSpPr>
        <p:spPr bwMode="ltGray">
          <a:xfrm>
            <a:off x="5360082" y="2696008"/>
            <a:ext cx="279714" cy="283044"/>
          </a:xfrm>
          <a:prstGeom prst="mathEqual">
            <a:avLst>
              <a:gd name="adj1" fmla="val 21837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00250" y="3797300"/>
            <a:ext cx="1346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88505B-D517-DC72-2BCF-5488393316BF}"/>
              </a:ext>
            </a:extLst>
          </p:cNvPr>
          <p:cNvGrpSpPr/>
          <p:nvPr/>
        </p:nvGrpSpPr>
        <p:grpSpPr bwMode="auto">
          <a:xfrm>
            <a:off x="2022791" y="2140689"/>
            <a:ext cx="1393803" cy="1393803"/>
            <a:chOff x="2022791" y="2140689"/>
            <a:chExt cx="1393803" cy="1393803"/>
          </a:xfrm>
        </p:grpSpPr>
        <p:pic>
          <p:nvPicPr>
            <p:cNvPr id="17" name="Picture 16" descr="Shape, circle&#10;&#10;Description automatically generated">
              <a:extLst>
                <a:ext uri="{FF2B5EF4-FFF2-40B4-BE49-F238E27FC236}">
                  <a16:creationId xmlns:a16="http://schemas.microsoft.com/office/drawing/2014/main" id="{64460892-3F72-CE0C-69A9-C6565546D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022791" y="2140689"/>
              <a:ext cx="1393803" cy="1393803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AE2AF9-9C85-DD78-64A2-14F1FE8C99F5}"/>
                </a:ext>
              </a:extLst>
            </p:cNvPr>
            <p:cNvSpPr/>
            <p:nvPr/>
          </p:nvSpPr>
          <p:spPr bwMode="auto">
            <a:xfrm>
              <a:off x="2046297" y="26156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Group 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5648739-315B-7E12-68B8-2CE3FE4075A8}"/>
              </a:ext>
            </a:extLst>
          </p:cNvPr>
          <p:cNvGrpSpPr/>
          <p:nvPr/>
        </p:nvGrpSpPr>
        <p:grpSpPr bwMode="auto">
          <a:xfrm>
            <a:off x="3875446" y="2140689"/>
            <a:ext cx="1393803" cy="1393803"/>
            <a:chOff x="3875446" y="2140689"/>
            <a:chExt cx="1393803" cy="1393803"/>
          </a:xfrm>
        </p:grpSpPr>
        <p:pic>
          <p:nvPicPr>
            <p:cNvPr id="20" name="Picture 19" descr="Shape, circle&#10;&#10;Description automatically generated">
              <a:extLst>
                <a:ext uri="{FF2B5EF4-FFF2-40B4-BE49-F238E27FC236}">
                  <a16:creationId xmlns:a16="http://schemas.microsoft.com/office/drawing/2014/main" id="{255D9095-5B6C-F45F-36D5-AAA182BBB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3875446" y="2140689"/>
              <a:ext cx="1393803" cy="139380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D7B1E8-00B0-5EA1-7E02-4174BFB669AC}"/>
                </a:ext>
              </a:extLst>
            </p:cNvPr>
            <p:cNvSpPr/>
            <p:nvPr/>
          </p:nvSpPr>
          <p:spPr bwMode="auto">
            <a:xfrm>
              <a:off x="3898952" y="26156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Group B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F21CA4-DEF0-D101-FBF3-65FF9A3D74C6}"/>
              </a:ext>
            </a:extLst>
          </p:cNvPr>
          <p:cNvGrpSpPr/>
          <p:nvPr/>
        </p:nvGrpSpPr>
        <p:grpSpPr bwMode="auto">
          <a:xfrm>
            <a:off x="5728101" y="2140689"/>
            <a:ext cx="1393803" cy="1393803"/>
            <a:chOff x="5728101" y="2140689"/>
            <a:chExt cx="1393803" cy="1393803"/>
          </a:xfrm>
        </p:grpSpPr>
        <p:pic>
          <p:nvPicPr>
            <p:cNvPr id="21" name="Picture 20" descr="Shape, circle&#10;&#10;Description automatically generated">
              <a:extLst>
                <a:ext uri="{FF2B5EF4-FFF2-40B4-BE49-F238E27FC236}">
                  <a16:creationId xmlns:a16="http://schemas.microsoft.com/office/drawing/2014/main" id="{7FDAE804-F657-1C8A-FB56-15E926539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5728101" y="2140689"/>
              <a:ext cx="1393803" cy="139380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8667221-15A0-E3DF-E58A-11E431419C0D}"/>
                </a:ext>
              </a:extLst>
            </p:cNvPr>
            <p:cNvSpPr/>
            <p:nvPr/>
          </p:nvSpPr>
          <p:spPr bwMode="auto">
            <a:xfrm>
              <a:off x="5751607" y="26156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Group C</a:t>
              </a: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1268-B230-16C4-6699-DC8F5754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38CAB-26DD-DC51-B1F7-23FD0F80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52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Graphic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39D8A-1715-06C4-8724-8609278F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5B0EF-BD86-D092-1331-D2D01498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00250" y="3797300"/>
            <a:ext cx="1346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D9A09346-E7BD-C340-D564-4B76B8737750}"/>
              </a:ext>
            </a:extLst>
          </p:cNvPr>
          <p:cNvSpPr/>
          <p:nvPr/>
        </p:nvSpPr>
        <p:spPr bwMode="ltGray">
          <a:xfrm>
            <a:off x="545805" y="2571750"/>
            <a:ext cx="2176130" cy="86611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Step 1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948C8F22-186F-5974-4262-AC38B0C033A0}"/>
              </a:ext>
            </a:extLst>
          </p:cNvPr>
          <p:cNvSpPr/>
          <p:nvPr/>
        </p:nvSpPr>
        <p:spPr bwMode="ltGray">
          <a:xfrm>
            <a:off x="2509284" y="2571750"/>
            <a:ext cx="2176130" cy="86611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Step 2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B08A204-B64D-3DAB-2B0B-34F366FA5E07}"/>
              </a:ext>
            </a:extLst>
          </p:cNvPr>
          <p:cNvSpPr/>
          <p:nvPr/>
        </p:nvSpPr>
        <p:spPr bwMode="ltGray">
          <a:xfrm>
            <a:off x="4472763" y="2571750"/>
            <a:ext cx="2176130" cy="86611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Step 3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0A8AB116-D3C8-46CA-5365-47990F6EBBBD}"/>
              </a:ext>
            </a:extLst>
          </p:cNvPr>
          <p:cNvSpPr/>
          <p:nvPr/>
        </p:nvSpPr>
        <p:spPr bwMode="ltGray">
          <a:xfrm>
            <a:off x="6436242" y="2571750"/>
            <a:ext cx="2176130" cy="86611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3666748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Graphic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CA22-0416-A67B-920E-781F215A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8BC7-6628-4594-B26B-645135C5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00250" y="3797300"/>
            <a:ext cx="1346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D9A09346-E7BD-C340-D564-4B76B8737750}"/>
              </a:ext>
            </a:extLst>
          </p:cNvPr>
          <p:cNvSpPr/>
          <p:nvPr/>
        </p:nvSpPr>
        <p:spPr bwMode="gray">
          <a:xfrm>
            <a:off x="545805" y="2571750"/>
            <a:ext cx="2176130" cy="866110"/>
          </a:xfrm>
          <a:prstGeom prst="chevron">
            <a:avLst/>
          </a:prstGeom>
          <a:gradFill flip="none" rotWithShape="1">
            <a:gsLst>
              <a:gs pos="0">
                <a:schemeClr val="accent3"/>
              </a:gs>
              <a:gs pos="16000">
                <a:schemeClr val="accent3"/>
              </a:gs>
              <a:gs pos="84000">
                <a:schemeClr val="accent2"/>
              </a:gs>
              <a:gs pos="51000">
                <a:srgbClr val="D836FE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Step 1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948C8F22-186F-5974-4262-AC38B0C033A0}"/>
              </a:ext>
            </a:extLst>
          </p:cNvPr>
          <p:cNvSpPr/>
          <p:nvPr/>
        </p:nvSpPr>
        <p:spPr bwMode="gray">
          <a:xfrm>
            <a:off x="2509284" y="2571750"/>
            <a:ext cx="2176130" cy="866110"/>
          </a:xfrm>
          <a:prstGeom prst="chevron">
            <a:avLst/>
          </a:prstGeom>
          <a:gradFill flip="none" rotWithShape="1">
            <a:gsLst>
              <a:gs pos="0">
                <a:schemeClr val="accent3"/>
              </a:gs>
              <a:gs pos="16000">
                <a:schemeClr val="accent3"/>
              </a:gs>
              <a:gs pos="84000">
                <a:schemeClr val="accent2"/>
              </a:gs>
              <a:gs pos="51000">
                <a:srgbClr val="D836FE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Step 2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B08A204-B64D-3DAB-2B0B-34F366FA5E07}"/>
              </a:ext>
            </a:extLst>
          </p:cNvPr>
          <p:cNvSpPr/>
          <p:nvPr/>
        </p:nvSpPr>
        <p:spPr bwMode="gray">
          <a:xfrm>
            <a:off x="4472763" y="2571750"/>
            <a:ext cx="2176130" cy="866110"/>
          </a:xfrm>
          <a:prstGeom prst="chevron">
            <a:avLst/>
          </a:prstGeom>
          <a:gradFill flip="none" rotWithShape="1">
            <a:gsLst>
              <a:gs pos="0">
                <a:schemeClr val="accent3"/>
              </a:gs>
              <a:gs pos="16000">
                <a:schemeClr val="accent3"/>
              </a:gs>
              <a:gs pos="84000">
                <a:schemeClr val="accent2"/>
              </a:gs>
              <a:gs pos="51000">
                <a:srgbClr val="D836FE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Step 3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0A8AB116-D3C8-46CA-5365-47990F6EBBBD}"/>
              </a:ext>
            </a:extLst>
          </p:cNvPr>
          <p:cNvSpPr/>
          <p:nvPr/>
        </p:nvSpPr>
        <p:spPr bwMode="gray">
          <a:xfrm>
            <a:off x="6436242" y="2571750"/>
            <a:ext cx="2176130" cy="866110"/>
          </a:xfrm>
          <a:prstGeom prst="chevron">
            <a:avLst/>
          </a:prstGeom>
          <a:gradFill flip="none" rotWithShape="1">
            <a:gsLst>
              <a:gs pos="0">
                <a:schemeClr val="accent3"/>
              </a:gs>
              <a:gs pos="16000">
                <a:schemeClr val="accent3"/>
              </a:gs>
              <a:gs pos="84000">
                <a:schemeClr val="accent2"/>
              </a:gs>
              <a:gs pos="51000">
                <a:srgbClr val="D836FE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477610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C8E-DFE9-2020-0BBE-EE000B3C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Graphic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8301D-38ED-2873-FABC-228578D4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916BF-7187-A2D4-61DB-9CAF10B5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4DFADC7-FC71-308A-1720-6E7E40B423C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00250" y="3797300"/>
            <a:ext cx="1346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A35430-E5B9-4861-B8AE-428BDBDE0B9C}"/>
              </a:ext>
            </a:extLst>
          </p:cNvPr>
          <p:cNvGrpSpPr/>
          <p:nvPr/>
        </p:nvGrpSpPr>
        <p:grpSpPr bwMode="ltGray">
          <a:xfrm>
            <a:off x="531628" y="2571750"/>
            <a:ext cx="8110709" cy="873090"/>
            <a:chOff x="531628" y="2571750"/>
            <a:chExt cx="8110709" cy="873090"/>
          </a:xfrm>
        </p:grpSpPr>
        <p:pic>
          <p:nvPicPr>
            <p:cNvPr id="6" name="Picture 5" descr="A picture containing text, watch&#10;&#10;Description automatically generated">
              <a:extLst>
                <a:ext uri="{FF2B5EF4-FFF2-40B4-BE49-F238E27FC236}">
                  <a16:creationId xmlns:a16="http://schemas.microsoft.com/office/drawing/2014/main" id="{CF0F8BDE-E419-EECD-09CF-585CFC481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ltGray">
            <a:xfrm>
              <a:off x="531628" y="2571750"/>
              <a:ext cx="2176131" cy="873090"/>
            </a:xfrm>
            <a:prstGeom prst="rect">
              <a:avLst/>
            </a:prstGeom>
          </p:spPr>
        </p:pic>
        <p:pic>
          <p:nvPicPr>
            <p:cNvPr id="10" name="Picture 9" descr="A picture containing text, watch&#10;&#10;Description automatically generated">
              <a:extLst>
                <a:ext uri="{FF2B5EF4-FFF2-40B4-BE49-F238E27FC236}">
                  <a16:creationId xmlns:a16="http://schemas.microsoft.com/office/drawing/2014/main" id="{9A08F152-CE34-34F8-820B-AEA11420A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ltGray">
            <a:xfrm>
              <a:off x="2509821" y="2571750"/>
              <a:ext cx="2176131" cy="873090"/>
            </a:xfrm>
            <a:prstGeom prst="rect">
              <a:avLst/>
            </a:prstGeom>
          </p:spPr>
        </p:pic>
        <p:pic>
          <p:nvPicPr>
            <p:cNvPr id="12" name="Picture 11" descr="A picture containing text, watch&#10;&#10;Description automatically generated">
              <a:extLst>
                <a:ext uri="{FF2B5EF4-FFF2-40B4-BE49-F238E27FC236}">
                  <a16:creationId xmlns:a16="http://schemas.microsoft.com/office/drawing/2014/main" id="{2E6C9190-4725-60B0-31F6-5899F133C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ltGray">
            <a:xfrm>
              <a:off x="4488014" y="2571750"/>
              <a:ext cx="2176131" cy="873090"/>
            </a:xfrm>
            <a:prstGeom prst="rect">
              <a:avLst/>
            </a:prstGeom>
          </p:spPr>
        </p:pic>
        <p:pic>
          <p:nvPicPr>
            <p:cNvPr id="13" name="Picture 12" descr="A picture containing text, watch&#10;&#10;Description automatically generated">
              <a:extLst>
                <a:ext uri="{FF2B5EF4-FFF2-40B4-BE49-F238E27FC236}">
                  <a16:creationId xmlns:a16="http://schemas.microsoft.com/office/drawing/2014/main" id="{3D019E9B-76CD-7F10-F7E0-3550146ED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ltGray">
            <a:xfrm>
              <a:off x="6466206" y="2571750"/>
              <a:ext cx="2176131" cy="87309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E512B0-DDB6-30CA-92B2-2AB35412DA60}"/>
                </a:ext>
              </a:extLst>
            </p:cNvPr>
            <p:cNvSpPr/>
            <p:nvPr/>
          </p:nvSpPr>
          <p:spPr bwMode="ltGray">
            <a:xfrm>
              <a:off x="961933" y="27800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 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EF40CB-16E3-B2D7-D876-6AF9FD02BBFA}"/>
                </a:ext>
              </a:extLst>
            </p:cNvPr>
            <p:cNvSpPr/>
            <p:nvPr/>
          </p:nvSpPr>
          <p:spPr bwMode="ltGray">
            <a:xfrm>
              <a:off x="2922495" y="27800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 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05034C2-D7D7-7EB2-2E95-969A64F2A234}"/>
                </a:ext>
              </a:extLst>
            </p:cNvPr>
            <p:cNvSpPr/>
            <p:nvPr/>
          </p:nvSpPr>
          <p:spPr bwMode="ltGray">
            <a:xfrm>
              <a:off x="4888892" y="27800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 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0CF9A8-E3DA-14AD-2DDD-66105055D379}"/>
                </a:ext>
              </a:extLst>
            </p:cNvPr>
            <p:cNvSpPr/>
            <p:nvPr/>
          </p:nvSpPr>
          <p:spPr bwMode="ltGray">
            <a:xfrm>
              <a:off x="6852369" y="2780010"/>
              <a:ext cx="1346790" cy="4394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1066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Process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2084A-ACC0-C34F-AC91-2998D5A5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42AD3-BE0B-FFD4-EACF-7943D5D4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Stage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Stage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Stage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811005-648B-9CA6-E786-3E66E14EB200}"/>
              </a:ext>
            </a:extLst>
          </p:cNvPr>
          <p:cNvSpPr/>
          <p:nvPr/>
        </p:nvSpPr>
        <p:spPr bwMode="ltGray">
          <a:xfrm>
            <a:off x="419100" y="1939763"/>
            <a:ext cx="444025" cy="444025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D8024A-9990-0A3C-F8D4-F18B859FDDE6}"/>
              </a:ext>
            </a:extLst>
          </p:cNvPr>
          <p:cNvSpPr/>
          <p:nvPr/>
        </p:nvSpPr>
        <p:spPr bwMode="ltGray">
          <a:xfrm>
            <a:off x="3264847" y="1939763"/>
            <a:ext cx="444025" cy="444025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34A6DD-156C-6F19-E64C-BD96B65139C8}"/>
              </a:ext>
            </a:extLst>
          </p:cNvPr>
          <p:cNvSpPr/>
          <p:nvPr/>
        </p:nvSpPr>
        <p:spPr bwMode="ltGray">
          <a:xfrm>
            <a:off x="6110596" y="1939763"/>
            <a:ext cx="444025" cy="444025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4000">
                <a:schemeClr val="accent3"/>
              </a:gs>
              <a:gs pos="83000">
                <a:schemeClr val="accent2"/>
              </a:gs>
              <a:gs pos="47000">
                <a:srgbClr val="D836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70625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Process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F1D92-2F40-22BE-A4CD-6E6833B3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5410-4B46-FEEA-E3B9-C6EB8F1D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Stage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Stage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Stage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811005-648B-9CA6-E786-3E66E14EB200}"/>
              </a:ext>
            </a:extLst>
          </p:cNvPr>
          <p:cNvSpPr/>
          <p:nvPr/>
        </p:nvSpPr>
        <p:spPr bwMode="ltGray">
          <a:xfrm>
            <a:off x="419100" y="1939763"/>
            <a:ext cx="444025" cy="4440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D8024A-9990-0A3C-F8D4-F18B859FDDE6}"/>
              </a:ext>
            </a:extLst>
          </p:cNvPr>
          <p:cNvSpPr/>
          <p:nvPr/>
        </p:nvSpPr>
        <p:spPr bwMode="ltGray">
          <a:xfrm>
            <a:off x="3264847" y="1939763"/>
            <a:ext cx="444025" cy="4440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34A6DD-156C-6F19-E64C-BD96B65139C8}"/>
              </a:ext>
            </a:extLst>
          </p:cNvPr>
          <p:cNvSpPr/>
          <p:nvPr/>
        </p:nvSpPr>
        <p:spPr bwMode="ltGray">
          <a:xfrm>
            <a:off x="6110596" y="1939763"/>
            <a:ext cx="444025" cy="4440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6512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Process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CFC5E2C-FB09-544B-08BB-819B4196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and property of Intermountain Health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D0C2594-29F7-0778-EF5A-3FB4F574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Stage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Stage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Stage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1873AB-37A5-7CB4-1815-488D8A3DF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099" y="1708848"/>
            <a:ext cx="658368" cy="65836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B772531-D689-E334-CB09-12E532A59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0596" y="1708848"/>
            <a:ext cx="658368" cy="6583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803E142-2F1D-7675-81AA-9124FE5DCA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4847" y="1708848"/>
            <a:ext cx="658368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86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E20A-34EA-81D0-88FE-79E6A5CC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Process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2403A8B-CCA1-B8AD-9756-C870D6AD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 and property of Intermountain Health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D0BE3A8-C25F-0C86-64A4-24A96024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25497-C5DE-4553-1DA7-0F535E7ACA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Stage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16F30-F490-C7D4-AE4E-F12CFEE7D5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Stage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8341E6-BE58-DA84-6D24-B17A7F22D4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Stage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2D426E0-6F5E-6022-6AAE-2A6CAF214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099" y="1708848"/>
            <a:ext cx="658368" cy="65836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5D70AFE-9083-E0ED-14FF-43983381F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0596" y="1708848"/>
            <a:ext cx="658368" cy="6583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CB84FBE-AE1B-1A6A-C48C-7D68A8169C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4847" y="1708848"/>
            <a:ext cx="658368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30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sitting in a chair&#10;&#10;Description automatically generated with low confidence">
            <a:extLst>
              <a:ext uri="{FF2B5EF4-FFF2-40B4-BE49-F238E27FC236}">
                <a16:creationId xmlns:a16="http://schemas.microsoft.com/office/drawing/2014/main" id="{242C4373-3D41-05B8-B8C7-46A3ED5BF16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430" y="454503"/>
            <a:ext cx="8182724" cy="3961795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ABD8B7-F3B9-8832-8401-058B999A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54FB5F-6503-C181-4ED0-8B81643F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36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person sitting in a chair&#10;&#10;Description automatically generated with low confidence">
            <a:extLst>
              <a:ext uri="{FF2B5EF4-FFF2-40B4-BE49-F238E27FC236}">
                <a16:creationId xmlns:a16="http://schemas.microsoft.com/office/drawing/2014/main" id="{5CE47DA1-794E-086E-6929-14B67429B5A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275" y="392113"/>
            <a:ext cx="8302625" cy="4068762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8C44E-2151-E02C-2D88-5B197607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EEE28-9D07-3601-7AD9-7A74F215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00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7E53-D2AC-BF99-1345-77A2D37B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81675-9B34-2BD6-3DF7-971E8548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F7D4D-D99E-9A00-55F4-DA027919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69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7E53-D2AC-BF99-1345-77A2D37B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31822-95EA-3761-2001-C1C4CF74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84960-98D1-84F4-65FB-A1058CFD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092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5F29-0040-1129-D96E-54DDAFDD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8904F-800F-53B8-B97D-CE27FD3B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512A-B420-DCA8-C883-08215313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5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5F29-0040-1129-D96E-54DDAFDD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AA2D3-94ED-3C83-ED90-DDC7083E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property of Intermountain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B156-38AA-6A54-28EA-706C9557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B85A-CEDA-4147-BFEE-FE6E6956DCC7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0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H Colors">
      <a:dk1>
        <a:srgbClr val="110057"/>
      </a:dk1>
      <a:lt1>
        <a:srgbClr val="F7F5F9"/>
      </a:lt1>
      <a:dk2>
        <a:srgbClr val="4A00E2"/>
      </a:dk2>
      <a:lt2>
        <a:srgbClr val="FFFFFF"/>
      </a:lt2>
      <a:accent1>
        <a:srgbClr val="110057"/>
      </a:accent1>
      <a:accent2>
        <a:srgbClr val="4A00E2"/>
      </a:accent2>
      <a:accent3>
        <a:srgbClr val="FF0044"/>
      </a:accent3>
      <a:accent4>
        <a:srgbClr val="7CAFD0"/>
      </a:accent4>
      <a:accent5>
        <a:srgbClr val="FF5D55"/>
      </a:accent5>
      <a:accent6>
        <a:srgbClr val="FFBCB9"/>
      </a:accent6>
      <a:hlink>
        <a:srgbClr val="110057"/>
      </a:hlink>
      <a:folHlink>
        <a:srgbClr val="4A00E2"/>
      </a:folHlink>
    </a:clrScheme>
    <a:fontScheme name="IH Offic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termountain Health PowerPoint Template-022026" id="{0FE221ED-B0C1-7548-9603-564823FC5B2A}" vid="{F70F1FE9-BB85-2F4A-88FB-AE3565BBC2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1ecc1f6-6d85-4733-a07f-dcee4f1f60e6" xsi:nil="true"/>
    <n3fc537f1a1c4b939b4e643e0b3229ce xmlns="1a5345a5-3f96-4d5a-ad40-5d8db810a6b2">
      <Terms xmlns="http://schemas.microsoft.com/office/infopath/2007/PartnerControls"/>
    </n3fc537f1a1c4b939b4e643e0b3229c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A43B576F167445A9D400EBDA04754D" ma:contentTypeVersion="13" ma:contentTypeDescription="Create a new document." ma:contentTypeScope="" ma:versionID="54e66d996ba1dcbaa0a6603e7e8823c1">
  <xsd:schema xmlns:xsd="http://www.w3.org/2001/XMLSchema" xmlns:xs="http://www.w3.org/2001/XMLSchema" xmlns:p="http://schemas.microsoft.com/office/2006/metadata/properties" xmlns:ns2="ee357b3b-601a-45d2-8ad5-8fd781c538c3" xmlns:ns3="01ecc1f6-6d85-4733-a07f-dcee4f1f60e6" xmlns:ns4="1a5345a5-3f96-4d5a-ad40-5d8db810a6b2" targetNamespace="http://schemas.microsoft.com/office/2006/metadata/properties" ma:root="true" ma:fieldsID="68f3dc2156ad69beb8752cd6ac4247f5" ns2:_="" ns3:_="" ns4:_="">
    <xsd:import namespace="ee357b3b-601a-45d2-8ad5-8fd781c538c3"/>
    <xsd:import namespace="01ecc1f6-6d85-4733-a07f-dcee4f1f60e6"/>
    <xsd:import namespace="1a5345a5-3f96-4d5a-ad40-5d8db810a6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4:n3fc537f1a1c4b939b4e643e0b3229ce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57b3b-601a-45d2-8ad5-8fd781c538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cc1f6-6d85-4733-a07f-dcee4f1f60e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c6cf5a6-7133-401b-a797-405a72d65970}" ma:internalName="TaxCatchAll" ma:showField="CatchAllData" ma:web="01ecc1f6-6d85-4733-a07f-dcee4f1f60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5345a5-3f96-4d5a-ad40-5d8db810a6b2" elementFormDefault="qualified">
    <xsd:import namespace="http://schemas.microsoft.com/office/2006/documentManagement/types"/>
    <xsd:import namespace="http://schemas.microsoft.com/office/infopath/2007/PartnerControls"/>
    <xsd:element name="n3fc537f1a1c4b939b4e643e0b3229ce" ma:index="19" nillable="true" ma:taxonomy="true" ma:internalName="n3fc537f1a1c4b939b4e643e0b3229ce" ma:taxonomyFieldName="RegionTag" ma:displayName="RegionTag" ma:readOnly="false" ma:fieldId="{73fc537f-1a1c-4b93-9b4e-643e0b3229ce}" ma:sspId="83a4d644-6273-4707-a0b6-faf21e1c5cab" ma:termSetId="8b3743d8-c5fb-42a4-a735-99aebcb70ba3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078B81-1FA9-4392-8BC6-41C68660590D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3ee34bdf-15a6-447b-9f70-76801cadacc1"/>
    <ds:schemaRef ds:uri="4e0dc870-7188-48b6-a8dc-786d1907c9a0"/>
    <ds:schemaRef ds:uri="01ecc1f6-6d85-4733-a07f-dcee4f1f60e6"/>
    <ds:schemaRef ds:uri="1a5345a5-3f96-4d5a-ad40-5d8db810a6b2"/>
  </ds:schemaRefs>
</ds:datastoreItem>
</file>

<file path=customXml/itemProps2.xml><?xml version="1.0" encoding="utf-8"?>
<ds:datastoreItem xmlns:ds="http://schemas.openxmlformats.org/officeDocument/2006/customXml" ds:itemID="{F1732839-F404-4CDE-8B23-106A00DB1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7759BB-A133-42C1-B7B9-8EA5500BF1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357b3b-601a-45d2-8ad5-8fd781c538c3"/>
    <ds:schemaRef ds:uri="01ecc1f6-6d85-4733-a07f-dcee4f1f60e6"/>
    <ds:schemaRef ds:uri="1a5345a5-3f96-4d5a-ad40-5d8db810a6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79016de-bdd0-4e47-91f4-79416ab912ad}" enabled="0" method="" siteId="{a79016de-bdd0-4e47-91f4-79416ab912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1663</Words>
  <Application>Microsoft Macintosh PowerPoint</Application>
  <PresentationFormat>On-screen Show (16:9)</PresentationFormat>
  <Paragraphs>273</Paragraphs>
  <Slides>49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Presentation  Title</vt:lpstr>
      <vt:lpstr>Presentation  Title</vt:lpstr>
      <vt:lpstr> Image Libraries</vt:lpstr>
      <vt:lpstr>Icon Library</vt:lpstr>
      <vt:lpstr>PowerPoint Presentation</vt:lpstr>
      <vt:lpstr>PowerPoint Presentation</vt:lpstr>
      <vt:lpstr>Section Heading</vt:lpstr>
      <vt:lpstr>Section Heading</vt:lpstr>
      <vt:lpstr>Section Heading</vt:lpstr>
      <vt:lpstr>Section Heading</vt:lpstr>
      <vt:lpstr>This can be a divider or a slide with a statement</vt:lpstr>
      <vt:lpstr>This can be a divider or a slide with a statement</vt:lpstr>
      <vt:lpstr>This Is a Slide With Headline</vt:lpstr>
      <vt:lpstr>This Is A Slide With Headline</vt:lpstr>
      <vt:lpstr>This is a slide with a statement, use it when you are trying to make a point</vt:lpstr>
      <vt:lpstr>This Is a Slide for Short Content and Photograph</vt:lpstr>
      <vt:lpstr>This is a slide with a headline on an image.</vt:lpstr>
      <vt:lpstr>This is a slide with a headline in a gradient bar.</vt:lpstr>
      <vt:lpstr>This is a slide with a headline in a blue bar.</vt:lpstr>
      <vt:lpstr>This is a slide  with a statement, use it when you are trying to  make a point</vt:lpstr>
      <vt:lpstr>This is a slide  with a statement, use it when you are trying to  make a point</vt:lpstr>
      <vt:lpstr>This is a slide  with a statement, use it when you are trying to  make a point</vt:lpstr>
      <vt:lpstr>This Is a Slide With One Column</vt:lpstr>
      <vt:lpstr>This Is a Slide With Two Columns</vt:lpstr>
      <vt:lpstr>This Is a Slide With Three Columns</vt:lpstr>
      <vt:lpstr>This Is a Blank Slide With a Title</vt:lpstr>
      <vt:lpstr>This Is a Slide With Three Columns &amp; Photography.</vt:lpstr>
      <vt:lpstr>This Is a  Slide With  Two Columns, Photography, Bullet Points</vt:lpstr>
      <vt:lpstr>Column Chart</vt:lpstr>
      <vt:lpstr>Pie Chart With Text</vt:lpstr>
      <vt:lpstr>Pie Chart With Text</vt:lpstr>
      <vt:lpstr>Text With Pyramid</vt:lpstr>
      <vt:lpstr>Hierarchy Slide</vt:lpstr>
      <vt:lpstr>Smart Graphic</vt:lpstr>
      <vt:lpstr>Smart Graphic With Gradients</vt:lpstr>
      <vt:lpstr>Smart Graphic With Gradient Outline</vt:lpstr>
      <vt:lpstr>Process Graphic</vt:lpstr>
      <vt:lpstr>Process Graphic</vt:lpstr>
      <vt:lpstr>Process Graphic</vt:lpstr>
      <vt:lpstr>Stage Process</vt:lpstr>
      <vt:lpstr>Stage Process</vt:lpstr>
      <vt:lpstr>Stage Process</vt:lpstr>
      <vt:lpstr>Stage Process</vt:lpstr>
      <vt:lpstr>PowerPoint Presentation</vt:lpstr>
      <vt:lpstr>PowerPoint Presentation</vt:lpstr>
      <vt:lpstr>Questions?</vt:lpstr>
      <vt:lpstr>Questions?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Locke</dc:creator>
  <cp:lastModifiedBy>Brian Locke</cp:lastModifiedBy>
  <cp:revision>1</cp:revision>
  <dcterms:created xsi:type="dcterms:W3CDTF">2026-03-08T15:04:30Z</dcterms:created>
  <dcterms:modified xsi:type="dcterms:W3CDTF">2026-03-08T15:05:01Z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0x01010044A43B576F167445A9D400EBDA04754D</vt:lpwstr>
  </property>
  <property fmtid="{D5CDD505-2E9C-101B-9397-08002B2CF9AE}" pid="3" name="MediaServiceImageTags">
    <vt:lpwstr/>
  </property>
</Properties>
</file>